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Lst>
  <p:sldSz cy="6858000" cx="12192000"/>
  <p:notesSz cx="6858000" cy="9144000"/>
  <p:embeddedFontLst>
    <p:embeddedFont>
      <p:font typeface="PT Sans"/>
      <p:regular r:id="rId34"/>
      <p:bold r:id="rId35"/>
      <p:italic r:id="rId36"/>
      <p:boldItalic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font" Target="fonts/PTSans-bold.fntdata"/><Relationship Id="rId12" Type="http://schemas.openxmlformats.org/officeDocument/2006/relationships/slide" Target="slides/slide8.xml"/><Relationship Id="rId34" Type="http://schemas.openxmlformats.org/officeDocument/2006/relationships/font" Target="fonts/PTSans-regular.fntdata"/><Relationship Id="rId15" Type="http://schemas.openxmlformats.org/officeDocument/2006/relationships/slide" Target="slides/slide11.xml"/><Relationship Id="rId37" Type="http://schemas.openxmlformats.org/officeDocument/2006/relationships/font" Target="fonts/PTSans-boldItalic.fntdata"/><Relationship Id="rId14" Type="http://schemas.openxmlformats.org/officeDocument/2006/relationships/slide" Target="slides/slide10.xml"/><Relationship Id="rId36" Type="http://schemas.openxmlformats.org/officeDocument/2006/relationships/font" Target="fonts/PTSans-italic.fntdata"/><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 name="Google Shape;9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add62f7066_0_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 name="Google Shape;100;g3add62f7066_0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ad19bd7d32_0_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 name="Google Shape;106;g3ad19bd7d32_0_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add62f7066_0_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apply current to coil</a:t>
            </a:r>
            <a:endParaRPr/>
          </a:p>
          <a:p>
            <a:pPr indent="0" lvl="0" marL="0" rtl="0" algn="l">
              <a:spcBef>
                <a:spcPts val="0"/>
              </a:spcBef>
              <a:spcAft>
                <a:spcPts val="0"/>
              </a:spcAft>
              <a:buNone/>
            </a:pPr>
            <a:r>
              <a:rPr lang="en-US"/>
              <a:t>coil generate magnetic field</a:t>
            </a:r>
            <a:endParaRPr/>
          </a:p>
          <a:p>
            <a:pPr indent="0" lvl="0" marL="0" rtl="0" algn="l">
              <a:spcBef>
                <a:spcPts val="0"/>
              </a:spcBef>
              <a:spcAft>
                <a:spcPts val="0"/>
              </a:spcAft>
              <a:buNone/>
            </a:pPr>
            <a:r>
              <a:rPr lang="en-US"/>
              <a:t>magnetic field induce voltage on workpiece</a:t>
            </a:r>
            <a:endParaRPr/>
          </a:p>
        </p:txBody>
      </p:sp>
      <p:sp>
        <p:nvSpPr>
          <p:cNvPr id="113" name="Google Shape;113;g3add62f7066_0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ad19bd7d32_0_2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9" name="Google Shape;119;g3ad19bd7d32_0_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ad2e9c01f2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 name="Google Shape;128;g3ad2e9c01f2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ad2e9c01f2_0_1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 name="Google Shape;136;g3ad2e9c01f2_0_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 name="Google Shape;144;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ad19bd7d32_0_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0" name="Google Shape;150;g3ad19bd7d32_0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ad2e9c01f2_0_3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7" name="Google Shape;157;g3ad2e9c01f2_0_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ad355df940_1_5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4" name="Google Shape;164;g3ad355df940_1_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adf1d5a2d5_1_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adf1d5a2d5_1_1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2" name="Google Shape;172;g3adf1d5a2d5_1_1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9" name="Google Shape;179;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ad19bd7d32_0_1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6" name="Google Shape;186;g3ad19bd7d32_0_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ad355df940_1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3" name="Google Shape;193;g3ad355df940_1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0" name="Google Shape;200;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7" name="Google Shape;20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adf1d5a2d5_1_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3adf1d5a2d5_1_1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5" name="Google Shape;215;g3adf1d5a2d5_1_1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3" name="Google Shape;223;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ad19bd7d32_0_3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0" name="Google Shape;230;g3ad19bd7d32_0_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3ad19bd7d32_0_4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Moving on to the Safety and Protections side of our detailed design, t</a:t>
            </a:r>
            <a:r>
              <a:rPr lang="en-US"/>
              <a:t>he Safety and Protection Controls subsystem is responsible for ensuring the induction heater operates within safe limits, protecting both the user from harm and the device from hardware damage. It functions continuously in the background, monitoring critical signals such as temperature and current. </a:t>
            </a:r>
            <a:r>
              <a:rPr lang="en-US"/>
              <a:t>I have decided that a hybrid design between hardware and </a:t>
            </a:r>
            <a:r>
              <a:rPr lang="en-US"/>
              <a:t>software</a:t>
            </a:r>
            <a:r>
              <a:rPr lang="en-US"/>
              <a:t> interlocks is the best way forward. To interlock at a micro-second level, hardware circuits such as the IGBT Desaturation Circuit were designed to catch a desaturation event before damage occurs to components. For interlocks that do not require as fast of a response as desaturation, such as temperature, flow, and input current monitoring, Software is used for simplicity and cost. Despite the </a:t>
            </a:r>
            <a:r>
              <a:rPr lang="en-US"/>
              <a:t>separation</a:t>
            </a:r>
            <a:r>
              <a:rPr lang="en-US"/>
              <a:t>, all error signals go to the same Fault Latching Circuit that will keep the system in a fault state until system power is reset.</a:t>
            </a:r>
            <a:endParaRPr/>
          </a:p>
        </p:txBody>
      </p:sp>
      <p:sp>
        <p:nvSpPr>
          <p:cNvPr id="238" name="Google Shape;238;g3ad19bd7d32_0_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3ae2d885601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3ae2d885601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6" name="Google Shape;246;g3ae2d885601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ad355df940_1_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3ad355df940_1_3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meet customer spec by calculating temp rise</a:t>
            </a:r>
            <a:endParaRPr/>
          </a:p>
          <a:p>
            <a:pPr indent="0" lvl="0" marL="0" rtl="0" algn="l">
              <a:spcBef>
                <a:spcPts val="0"/>
              </a:spcBef>
              <a:spcAft>
                <a:spcPts val="0"/>
              </a:spcAft>
              <a:buNone/>
            </a:pPr>
            <a:r>
              <a:rPr lang="en-US"/>
              <a:t>adjusting temp using PID and PWM signal (control current / power delivered, maybe mention variac)</a:t>
            </a:r>
            <a:endParaRPr/>
          </a:p>
        </p:txBody>
      </p:sp>
      <p:sp>
        <p:nvSpPr>
          <p:cNvPr id="254" name="Google Shape;254;g3ad355df940_1_3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ad19bd7d32_0_4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temperature can be approximated as a first order system </a:t>
            </a:r>
            <a:endParaRPr/>
          </a:p>
          <a:p>
            <a:pPr indent="0" lvl="0" marL="0" rtl="0" algn="l">
              <a:spcBef>
                <a:spcPts val="0"/>
              </a:spcBef>
              <a:spcAft>
                <a:spcPts val="0"/>
              </a:spcAft>
              <a:buNone/>
            </a:pPr>
            <a:r>
              <a:rPr lang="en-US"/>
              <a:t>can model the system using open loop testing (variac) and calculate the relationship between power and temp </a:t>
            </a:r>
            <a:endParaRPr/>
          </a:p>
          <a:p>
            <a:pPr indent="0" lvl="0" marL="0" rtl="0" algn="l">
              <a:spcBef>
                <a:spcPts val="0"/>
              </a:spcBef>
              <a:spcAft>
                <a:spcPts val="0"/>
              </a:spcAft>
              <a:buNone/>
            </a:pPr>
            <a:r>
              <a:rPr lang="en-US"/>
              <a:t>want to make control of the pipe temp consistent and reliable</a:t>
            </a:r>
            <a:endParaRPr/>
          </a:p>
        </p:txBody>
      </p:sp>
      <p:sp>
        <p:nvSpPr>
          <p:cNvPr id="269" name="Google Shape;269;g3ad19bd7d32_0_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3ad19bd7d32_0_5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7" name="Google Shape;277;g3ad19bd7d32_0_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3ad8e25d4ab_0_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6" name="Google Shape;286;g3ad8e25d4ab_0_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3ad19bd7d32_0_5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3" name="Google Shape;293;g3ad19bd7d32_0_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1" name="Google Shape;301;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blipFill>
          <a:blip r:embed="rId2">
            <a:alphaModFix/>
          </a:blip>
          <a:stretch>
            <a:fillRect/>
          </a:stretch>
        </a:blipFill>
      </p:bgPr>
    </p:bg>
    <p:spTree>
      <p:nvGrpSpPr>
        <p:cNvPr id="15" name="Shape 15"/>
        <p:cNvGrpSpPr/>
        <p:nvPr/>
      </p:nvGrpSpPr>
      <p:grpSpPr>
        <a:xfrm>
          <a:off x="0" y="0"/>
          <a:ext cx="0" cy="0"/>
          <a:chOff x="0" y="0"/>
          <a:chExt cx="0" cy="0"/>
        </a:xfrm>
      </p:grpSpPr>
      <p:sp>
        <p:nvSpPr>
          <p:cNvPr id="16" name="Google Shape;16;p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PT Sans"/>
              <a:buNone/>
              <a:defRPr b="1" sz="6000">
                <a:latin typeface="PT Sans"/>
                <a:ea typeface="PT Sans"/>
                <a:cs typeface="PT Sans"/>
                <a:sym typeface="PT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i="0" sz="1600" u="none" cap="none" strike="noStrike">
                <a:solidFill>
                  <a:schemeClr val="dk1"/>
                </a:solidFill>
                <a:latin typeface="PT Sans"/>
                <a:ea typeface="PT Sans"/>
                <a:cs typeface="PT Sans"/>
                <a:sym typeface="PT Sans"/>
              </a:defRPr>
            </a:lvl1pPr>
            <a:lvl2pPr indent="0" lvl="1" marL="0" algn="r">
              <a:spcBef>
                <a:spcPts val="0"/>
              </a:spcBef>
              <a:buNone/>
              <a:defRPr b="1" i="0" sz="1600" u="none" cap="none" strike="noStrike">
                <a:solidFill>
                  <a:schemeClr val="dk1"/>
                </a:solidFill>
                <a:latin typeface="PT Sans"/>
                <a:ea typeface="PT Sans"/>
                <a:cs typeface="PT Sans"/>
                <a:sym typeface="PT Sans"/>
              </a:defRPr>
            </a:lvl2pPr>
            <a:lvl3pPr indent="0" lvl="2" marL="0" algn="r">
              <a:spcBef>
                <a:spcPts val="0"/>
              </a:spcBef>
              <a:buNone/>
              <a:defRPr b="1" i="0" sz="1600" u="none" cap="none" strike="noStrike">
                <a:solidFill>
                  <a:schemeClr val="dk1"/>
                </a:solidFill>
                <a:latin typeface="PT Sans"/>
                <a:ea typeface="PT Sans"/>
                <a:cs typeface="PT Sans"/>
                <a:sym typeface="PT Sans"/>
              </a:defRPr>
            </a:lvl3pPr>
            <a:lvl4pPr indent="0" lvl="3" marL="0" algn="r">
              <a:spcBef>
                <a:spcPts val="0"/>
              </a:spcBef>
              <a:buNone/>
              <a:defRPr b="1" i="0" sz="1600" u="none" cap="none" strike="noStrike">
                <a:solidFill>
                  <a:schemeClr val="dk1"/>
                </a:solidFill>
                <a:latin typeface="PT Sans"/>
                <a:ea typeface="PT Sans"/>
                <a:cs typeface="PT Sans"/>
                <a:sym typeface="PT Sans"/>
              </a:defRPr>
            </a:lvl4pPr>
            <a:lvl5pPr indent="0" lvl="4" marL="0" algn="r">
              <a:spcBef>
                <a:spcPts val="0"/>
              </a:spcBef>
              <a:buNone/>
              <a:defRPr b="1" i="0" sz="1600" u="none" cap="none" strike="noStrike">
                <a:solidFill>
                  <a:schemeClr val="dk1"/>
                </a:solidFill>
                <a:latin typeface="PT Sans"/>
                <a:ea typeface="PT Sans"/>
                <a:cs typeface="PT Sans"/>
                <a:sym typeface="PT Sans"/>
              </a:defRPr>
            </a:lvl5pPr>
            <a:lvl6pPr indent="0" lvl="5" marL="0" algn="r">
              <a:spcBef>
                <a:spcPts val="0"/>
              </a:spcBef>
              <a:buNone/>
              <a:defRPr b="1" i="0" sz="1600" u="none" cap="none" strike="noStrike">
                <a:solidFill>
                  <a:schemeClr val="dk1"/>
                </a:solidFill>
                <a:latin typeface="PT Sans"/>
                <a:ea typeface="PT Sans"/>
                <a:cs typeface="PT Sans"/>
                <a:sym typeface="PT Sans"/>
              </a:defRPr>
            </a:lvl6pPr>
            <a:lvl7pPr indent="0" lvl="6" marL="0" algn="r">
              <a:spcBef>
                <a:spcPts val="0"/>
              </a:spcBef>
              <a:buNone/>
              <a:defRPr b="1" i="0" sz="1600" u="none" cap="none" strike="noStrike">
                <a:solidFill>
                  <a:schemeClr val="dk1"/>
                </a:solidFill>
                <a:latin typeface="PT Sans"/>
                <a:ea typeface="PT Sans"/>
                <a:cs typeface="PT Sans"/>
                <a:sym typeface="PT Sans"/>
              </a:defRPr>
            </a:lvl7pPr>
            <a:lvl8pPr indent="0" lvl="7" marL="0" algn="r">
              <a:spcBef>
                <a:spcPts val="0"/>
              </a:spcBef>
              <a:buNone/>
              <a:defRPr b="1" i="0" sz="1600" u="none" cap="none" strike="noStrike">
                <a:solidFill>
                  <a:schemeClr val="dk1"/>
                </a:solidFill>
                <a:latin typeface="PT Sans"/>
                <a:ea typeface="PT Sans"/>
                <a:cs typeface="PT Sans"/>
                <a:sym typeface="PT Sans"/>
              </a:defRPr>
            </a:lvl8pPr>
            <a:lvl9pPr indent="0" lvl="8" marL="0" algn="r">
              <a:spcBef>
                <a:spcPts val="0"/>
              </a:spcBef>
              <a:buNone/>
              <a:defRPr b="1" i="0" sz="1600" u="none" cap="none" strike="noStrike">
                <a:solidFill>
                  <a:schemeClr val="dk1"/>
                </a:solidFill>
                <a:latin typeface="PT Sans"/>
                <a:ea typeface="PT Sans"/>
                <a:cs typeface="PT Sans"/>
                <a:sym typeface="PT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i="0" sz="1600" u="none" cap="none" strike="noStrike">
                <a:solidFill>
                  <a:schemeClr val="dk1"/>
                </a:solidFill>
                <a:latin typeface="PT Sans"/>
                <a:ea typeface="PT Sans"/>
                <a:cs typeface="PT Sans"/>
                <a:sym typeface="PT Sans"/>
              </a:defRPr>
            </a:lvl1pPr>
            <a:lvl2pPr indent="0" lvl="1" marL="0" algn="r">
              <a:spcBef>
                <a:spcPts val="0"/>
              </a:spcBef>
              <a:buNone/>
              <a:defRPr b="1" i="0" sz="1600" u="none" cap="none" strike="noStrike">
                <a:solidFill>
                  <a:schemeClr val="dk1"/>
                </a:solidFill>
                <a:latin typeface="PT Sans"/>
                <a:ea typeface="PT Sans"/>
                <a:cs typeface="PT Sans"/>
                <a:sym typeface="PT Sans"/>
              </a:defRPr>
            </a:lvl2pPr>
            <a:lvl3pPr indent="0" lvl="2" marL="0" algn="r">
              <a:spcBef>
                <a:spcPts val="0"/>
              </a:spcBef>
              <a:buNone/>
              <a:defRPr b="1" i="0" sz="1600" u="none" cap="none" strike="noStrike">
                <a:solidFill>
                  <a:schemeClr val="dk1"/>
                </a:solidFill>
                <a:latin typeface="PT Sans"/>
                <a:ea typeface="PT Sans"/>
                <a:cs typeface="PT Sans"/>
                <a:sym typeface="PT Sans"/>
              </a:defRPr>
            </a:lvl3pPr>
            <a:lvl4pPr indent="0" lvl="3" marL="0" algn="r">
              <a:spcBef>
                <a:spcPts val="0"/>
              </a:spcBef>
              <a:buNone/>
              <a:defRPr b="1" i="0" sz="1600" u="none" cap="none" strike="noStrike">
                <a:solidFill>
                  <a:schemeClr val="dk1"/>
                </a:solidFill>
                <a:latin typeface="PT Sans"/>
                <a:ea typeface="PT Sans"/>
                <a:cs typeface="PT Sans"/>
                <a:sym typeface="PT Sans"/>
              </a:defRPr>
            </a:lvl4pPr>
            <a:lvl5pPr indent="0" lvl="4" marL="0" algn="r">
              <a:spcBef>
                <a:spcPts val="0"/>
              </a:spcBef>
              <a:buNone/>
              <a:defRPr b="1" i="0" sz="1600" u="none" cap="none" strike="noStrike">
                <a:solidFill>
                  <a:schemeClr val="dk1"/>
                </a:solidFill>
                <a:latin typeface="PT Sans"/>
                <a:ea typeface="PT Sans"/>
                <a:cs typeface="PT Sans"/>
                <a:sym typeface="PT Sans"/>
              </a:defRPr>
            </a:lvl5pPr>
            <a:lvl6pPr indent="0" lvl="5" marL="0" algn="r">
              <a:spcBef>
                <a:spcPts val="0"/>
              </a:spcBef>
              <a:buNone/>
              <a:defRPr b="1" i="0" sz="1600" u="none" cap="none" strike="noStrike">
                <a:solidFill>
                  <a:schemeClr val="dk1"/>
                </a:solidFill>
                <a:latin typeface="PT Sans"/>
                <a:ea typeface="PT Sans"/>
                <a:cs typeface="PT Sans"/>
                <a:sym typeface="PT Sans"/>
              </a:defRPr>
            </a:lvl6pPr>
            <a:lvl7pPr indent="0" lvl="6" marL="0" algn="r">
              <a:spcBef>
                <a:spcPts val="0"/>
              </a:spcBef>
              <a:buNone/>
              <a:defRPr b="1" i="0" sz="1600" u="none" cap="none" strike="noStrike">
                <a:solidFill>
                  <a:schemeClr val="dk1"/>
                </a:solidFill>
                <a:latin typeface="PT Sans"/>
                <a:ea typeface="PT Sans"/>
                <a:cs typeface="PT Sans"/>
                <a:sym typeface="PT Sans"/>
              </a:defRPr>
            </a:lvl7pPr>
            <a:lvl8pPr indent="0" lvl="7" marL="0" algn="r">
              <a:spcBef>
                <a:spcPts val="0"/>
              </a:spcBef>
              <a:buNone/>
              <a:defRPr b="1" i="0" sz="1600" u="none" cap="none" strike="noStrike">
                <a:solidFill>
                  <a:schemeClr val="dk1"/>
                </a:solidFill>
                <a:latin typeface="PT Sans"/>
                <a:ea typeface="PT Sans"/>
                <a:cs typeface="PT Sans"/>
                <a:sym typeface="PT Sans"/>
              </a:defRPr>
            </a:lvl8pPr>
            <a:lvl9pPr indent="0" lvl="8" marL="0" algn="r">
              <a:spcBef>
                <a:spcPts val="0"/>
              </a:spcBef>
              <a:buNone/>
              <a:defRPr b="1" i="0" sz="1600" u="none" cap="none" strike="noStrike">
                <a:solidFill>
                  <a:schemeClr val="dk1"/>
                </a:solidFill>
                <a:latin typeface="PT Sans"/>
                <a:ea typeface="PT Sans"/>
                <a:cs typeface="PT Sans"/>
                <a:sym typeface="PT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T Sans"/>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i="0" sz="1600" u="none" cap="none" strike="noStrike">
                <a:solidFill>
                  <a:schemeClr val="dk1"/>
                </a:solidFill>
                <a:latin typeface="PT Sans"/>
                <a:ea typeface="PT Sans"/>
                <a:cs typeface="PT Sans"/>
                <a:sym typeface="PT Sans"/>
              </a:defRPr>
            </a:lvl1pPr>
            <a:lvl2pPr indent="0" lvl="1" marL="0" algn="r">
              <a:spcBef>
                <a:spcPts val="0"/>
              </a:spcBef>
              <a:buNone/>
              <a:defRPr b="1" i="0" sz="1600" u="none" cap="none" strike="noStrike">
                <a:solidFill>
                  <a:schemeClr val="dk1"/>
                </a:solidFill>
                <a:latin typeface="PT Sans"/>
                <a:ea typeface="PT Sans"/>
                <a:cs typeface="PT Sans"/>
                <a:sym typeface="PT Sans"/>
              </a:defRPr>
            </a:lvl2pPr>
            <a:lvl3pPr indent="0" lvl="2" marL="0" algn="r">
              <a:spcBef>
                <a:spcPts val="0"/>
              </a:spcBef>
              <a:buNone/>
              <a:defRPr b="1" i="0" sz="1600" u="none" cap="none" strike="noStrike">
                <a:solidFill>
                  <a:schemeClr val="dk1"/>
                </a:solidFill>
                <a:latin typeface="PT Sans"/>
                <a:ea typeface="PT Sans"/>
                <a:cs typeface="PT Sans"/>
                <a:sym typeface="PT Sans"/>
              </a:defRPr>
            </a:lvl3pPr>
            <a:lvl4pPr indent="0" lvl="3" marL="0" algn="r">
              <a:spcBef>
                <a:spcPts val="0"/>
              </a:spcBef>
              <a:buNone/>
              <a:defRPr b="1" i="0" sz="1600" u="none" cap="none" strike="noStrike">
                <a:solidFill>
                  <a:schemeClr val="dk1"/>
                </a:solidFill>
                <a:latin typeface="PT Sans"/>
                <a:ea typeface="PT Sans"/>
                <a:cs typeface="PT Sans"/>
                <a:sym typeface="PT Sans"/>
              </a:defRPr>
            </a:lvl4pPr>
            <a:lvl5pPr indent="0" lvl="4" marL="0" algn="r">
              <a:spcBef>
                <a:spcPts val="0"/>
              </a:spcBef>
              <a:buNone/>
              <a:defRPr b="1" i="0" sz="1600" u="none" cap="none" strike="noStrike">
                <a:solidFill>
                  <a:schemeClr val="dk1"/>
                </a:solidFill>
                <a:latin typeface="PT Sans"/>
                <a:ea typeface="PT Sans"/>
                <a:cs typeface="PT Sans"/>
                <a:sym typeface="PT Sans"/>
              </a:defRPr>
            </a:lvl5pPr>
            <a:lvl6pPr indent="0" lvl="5" marL="0" algn="r">
              <a:spcBef>
                <a:spcPts val="0"/>
              </a:spcBef>
              <a:buNone/>
              <a:defRPr b="1" i="0" sz="1600" u="none" cap="none" strike="noStrike">
                <a:solidFill>
                  <a:schemeClr val="dk1"/>
                </a:solidFill>
                <a:latin typeface="PT Sans"/>
                <a:ea typeface="PT Sans"/>
                <a:cs typeface="PT Sans"/>
                <a:sym typeface="PT Sans"/>
              </a:defRPr>
            </a:lvl6pPr>
            <a:lvl7pPr indent="0" lvl="6" marL="0" algn="r">
              <a:spcBef>
                <a:spcPts val="0"/>
              </a:spcBef>
              <a:buNone/>
              <a:defRPr b="1" i="0" sz="1600" u="none" cap="none" strike="noStrike">
                <a:solidFill>
                  <a:schemeClr val="dk1"/>
                </a:solidFill>
                <a:latin typeface="PT Sans"/>
                <a:ea typeface="PT Sans"/>
                <a:cs typeface="PT Sans"/>
                <a:sym typeface="PT Sans"/>
              </a:defRPr>
            </a:lvl7pPr>
            <a:lvl8pPr indent="0" lvl="7" marL="0" algn="r">
              <a:spcBef>
                <a:spcPts val="0"/>
              </a:spcBef>
              <a:buNone/>
              <a:defRPr b="1" i="0" sz="1600" u="none" cap="none" strike="noStrike">
                <a:solidFill>
                  <a:schemeClr val="dk1"/>
                </a:solidFill>
                <a:latin typeface="PT Sans"/>
                <a:ea typeface="PT Sans"/>
                <a:cs typeface="PT Sans"/>
                <a:sym typeface="PT Sans"/>
              </a:defRPr>
            </a:lvl8pPr>
            <a:lvl9pPr indent="0" lvl="8" marL="0" algn="r">
              <a:spcBef>
                <a:spcPts val="0"/>
              </a:spcBef>
              <a:buNone/>
              <a:defRPr b="1" i="0" sz="1600" u="none" cap="none" strike="noStrike">
                <a:solidFill>
                  <a:schemeClr val="dk1"/>
                </a:solidFill>
                <a:latin typeface="PT Sans"/>
                <a:ea typeface="PT Sans"/>
                <a:cs typeface="PT Sans"/>
                <a:sym typeface="PT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i="0" sz="1600" u="none" cap="none" strike="noStrike">
                <a:solidFill>
                  <a:schemeClr val="dk1"/>
                </a:solidFill>
                <a:latin typeface="PT Sans"/>
                <a:ea typeface="PT Sans"/>
                <a:cs typeface="PT Sans"/>
                <a:sym typeface="PT Sans"/>
              </a:defRPr>
            </a:lvl1pPr>
            <a:lvl2pPr indent="0" lvl="1" marL="0" algn="r">
              <a:spcBef>
                <a:spcPts val="0"/>
              </a:spcBef>
              <a:buNone/>
              <a:defRPr b="1" i="0" sz="1600" u="none" cap="none" strike="noStrike">
                <a:solidFill>
                  <a:schemeClr val="dk1"/>
                </a:solidFill>
                <a:latin typeface="PT Sans"/>
                <a:ea typeface="PT Sans"/>
                <a:cs typeface="PT Sans"/>
                <a:sym typeface="PT Sans"/>
              </a:defRPr>
            </a:lvl2pPr>
            <a:lvl3pPr indent="0" lvl="2" marL="0" algn="r">
              <a:spcBef>
                <a:spcPts val="0"/>
              </a:spcBef>
              <a:buNone/>
              <a:defRPr b="1" i="0" sz="1600" u="none" cap="none" strike="noStrike">
                <a:solidFill>
                  <a:schemeClr val="dk1"/>
                </a:solidFill>
                <a:latin typeface="PT Sans"/>
                <a:ea typeface="PT Sans"/>
                <a:cs typeface="PT Sans"/>
                <a:sym typeface="PT Sans"/>
              </a:defRPr>
            </a:lvl3pPr>
            <a:lvl4pPr indent="0" lvl="3" marL="0" algn="r">
              <a:spcBef>
                <a:spcPts val="0"/>
              </a:spcBef>
              <a:buNone/>
              <a:defRPr b="1" i="0" sz="1600" u="none" cap="none" strike="noStrike">
                <a:solidFill>
                  <a:schemeClr val="dk1"/>
                </a:solidFill>
                <a:latin typeface="PT Sans"/>
                <a:ea typeface="PT Sans"/>
                <a:cs typeface="PT Sans"/>
                <a:sym typeface="PT Sans"/>
              </a:defRPr>
            </a:lvl4pPr>
            <a:lvl5pPr indent="0" lvl="4" marL="0" algn="r">
              <a:spcBef>
                <a:spcPts val="0"/>
              </a:spcBef>
              <a:buNone/>
              <a:defRPr b="1" i="0" sz="1600" u="none" cap="none" strike="noStrike">
                <a:solidFill>
                  <a:schemeClr val="dk1"/>
                </a:solidFill>
                <a:latin typeface="PT Sans"/>
                <a:ea typeface="PT Sans"/>
                <a:cs typeface="PT Sans"/>
                <a:sym typeface="PT Sans"/>
              </a:defRPr>
            </a:lvl5pPr>
            <a:lvl6pPr indent="0" lvl="5" marL="0" algn="r">
              <a:spcBef>
                <a:spcPts val="0"/>
              </a:spcBef>
              <a:buNone/>
              <a:defRPr b="1" i="0" sz="1600" u="none" cap="none" strike="noStrike">
                <a:solidFill>
                  <a:schemeClr val="dk1"/>
                </a:solidFill>
                <a:latin typeface="PT Sans"/>
                <a:ea typeface="PT Sans"/>
                <a:cs typeface="PT Sans"/>
                <a:sym typeface="PT Sans"/>
              </a:defRPr>
            </a:lvl6pPr>
            <a:lvl7pPr indent="0" lvl="6" marL="0" algn="r">
              <a:spcBef>
                <a:spcPts val="0"/>
              </a:spcBef>
              <a:buNone/>
              <a:defRPr b="1" i="0" sz="1600" u="none" cap="none" strike="noStrike">
                <a:solidFill>
                  <a:schemeClr val="dk1"/>
                </a:solidFill>
                <a:latin typeface="PT Sans"/>
                <a:ea typeface="PT Sans"/>
                <a:cs typeface="PT Sans"/>
                <a:sym typeface="PT Sans"/>
              </a:defRPr>
            </a:lvl7pPr>
            <a:lvl8pPr indent="0" lvl="7" marL="0" algn="r">
              <a:spcBef>
                <a:spcPts val="0"/>
              </a:spcBef>
              <a:buNone/>
              <a:defRPr b="1" i="0" sz="1600" u="none" cap="none" strike="noStrike">
                <a:solidFill>
                  <a:schemeClr val="dk1"/>
                </a:solidFill>
                <a:latin typeface="PT Sans"/>
                <a:ea typeface="PT Sans"/>
                <a:cs typeface="PT Sans"/>
                <a:sym typeface="PT Sans"/>
              </a:defRPr>
            </a:lvl8pPr>
            <a:lvl9pPr indent="0" lvl="8" marL="0" algn="r">
              <a:spcBef>
                <a:spcPts val="0"/>
              </a:spcBef>
              <a:buNone/>
              <a:defRPr b="1" i="0" sz="1600" u="none" cap="none" strike="noStrike">
                <a:solidFill>
                  <a:schemeClr val="dk1"/>
                </a:solidFill>
                <a:latin typeface="PT Sans"/>
                <a:ea typeface="PT Sans"/>
                <a:cs typeface="PT Sans"/>
                <a:sym typeface="PT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i="0" sz="1600" u="none" cap="none" strike="noStrike">
                <a:solidFill>
                  <a:schemeClr val="dk1"/>
                </a:solidFill>
                <a:latin typeface="PT Sans"/>
                <a:ea typeface="PT Sans"/>
                <a:cs typeface="PT Sans"/>
                <a:sym typeface="PT Sans"/>
              </a:defRPr>
            </a:lvl1pPr>
            <a:lvl2pPr indent="0" lvl="1" marL="0" algn="r">
              <a:spcBef>
                <a:spcPts val="0"/>
              </a:spcBef>
              <a:buNone/>
              <a:defRPr b="1" i="0" sz="1600" u="none" cap="none" strike="noStrike">
                <a:solidFill>
                  <a:schemeClr val="dk1"/>
                </a:solidFill>
                <a:latin typeface="PT Sans"/>
                <a:ea typeface="PT Sans"/>
                <a:cs typeface="PT Sans"/>
                <a:sym typeface="PT Sans"/>
              </a:defRPr>
            </a:lvl2pPr>
            <a:lvl3pPr indent="0" lvl="2" marL="0" algn="r">
              <a:spcBef>
                <a:spcPts val="0"/>
              </a:spcBef>
              <a:buNone/>
              <a:defRPr b="1" i="0" sz="1600" u="none" cap="none" strike="noStrike">
                <a:solidFill>
                  <a:schemeClr val="dk1"/>
                </a:solidFill>
                <a:latin typeface="PT Sans"/>
                <a:ea typeface="PT Sans"/>
                <a:cs typeface="PT Sans"/>
                <a:sym typeface="PT Sans"/>
              </a:defRPr>
            </a:lvl3pPr>
            <a:lvl4pPr indent="0" lvl="3" marL="0" algn="r">
              <a:spcBef>
                <a:spcPts val="0"/>
              </a:spcBef>
              <a:buNone/>
              <a:defRPr b="1" i="0" sz="1600" u="none" cap="none" strike="noStrike">
                <a:solidFill>
                  <a:schemeClr val="dk1"/>
                </a:solidFill>
                <a:latin typeface="PT Sans"/>
                <a:ea typeface="PT Sans"/>
                <a:cs typeface="PT Sans"/>
                <a:sym typeface="PT Sans"/>
              </a:defRPr>
            </a:lvl4pPr>
            <a:lvl5pPr indent="0" lvl="4" marL="0" algn="r">
              <a:spcBef>
                <a:spcPts val="0"/>
              </a:spcBef>
              <a:buNone/>
              <a:defRPr b="1" i="0" sz="1600" u="none" cap="none" strike="noStrike">
                <a:solidFill>
                  <a:schemeClr val="dk1"/>
                </a:solidFill>
                <a:latin typeface="PT Sans"/>
                <a:ea typeface="PT Sans"/>
                <a:cs typeface="PT Sans"/>
                <a:sym typeface="PT Sans"/>
              </a:defRPr>
            </a:lvl5pPr>
            <a:lvl6pPr indent="0" lvl="5" marL="0" algn="r">
              <a:spcBef>
                <a:spcPts val="0"/>
              </a:spcBef>
              <a:buNone/>
              <a:defRPr b="1" i="0" sz="1600" u="none" cap="none" strike="noStrike">
                <a:solidFill>
                  <a:schemeClr val="dk1"/>
                </a:solidFill>
                <a:latin typeface="PT Sans"/>
                <a:ea typeface="PT Sans"/>
                <a:cs typeface="PT Sans"/>
                <a:sym typeface="PT Sans"/>
              </a:defRPr>
            </a:lvl6pPr>
            <a:lvl7pPr indent="0" lvl="6" marL="0" algn="r">
              <a:spcBef>
                <a:spcPts val="0"/>
              </a:spcBef>
              <a:buNone/>
              <a:defRPr b="1" i="0" sz="1600" u="none" cap="none" strike="noStrike">
                <a:solidFill>
                  <a:schemeClr val="dk1"/>
                </a:solidFill>
                <a:latin typeface="PT Sans"/>
                <a:ea typeface="PT Sans"/>
                <a:cs typeface="PT Sans"/>
                <a:sym typeface="PT Sans"/>
              </a:defRPr>
            </a:lvl7pPr>
            <a:lvl8pPr indent="0" lvl="7" marL="0" algn="r">
              <a:spcBef>
                <a:spcPts val="0"/>
              </a:spcBef>
              <a:buNone/>
              <a:defRPr b="1" i="0" sz="1600" u="none" cap="none" strike="noStrike">
                <a:solidFill>
                  <a:schemeClr val="dk1"/>
                </a:solidFill>
                <a:latin typeface="PT Sans"/>
                <a:ea typeface="PT Sans"/>
                <a:cs typeface="PT Sans"/>
                <a:sym typeface="PT Sans"/>
              </a:defRPr>
            </a:lvl8pPr>
            <a:lvl9pPr indent="0" lvl="8" marL="0" algn="r">
              <a:spcBef>
                <a:spcPts val="0"/>
              </a:spcBef>
              <a:buNone/>
              <a:defRPr b="1" i="0" sz="1600" u="none" cap="none" strike="noStrike">
                <a:solidFill>
                  <a:schemeClr val="dk1"/>
                </a:solidFill>
                <a:latin typeface="PT Sans"/>
                <a:ea typeface="PT Sans"/>
                <a:cs typeface="PT Sans"/>
                <a:sym typeface="PT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i="0" sz="1600" u="none" cap="none" strike="noStrike">
                <a:solidFill>
                  <a:schemeClr val="dk1"/>
                </a:solidFill>
                <a:latin typeface="PT Sans"/>
                <a:ea typeface="PT Sans"/>
                <a:cs typeface="PT Sans"/>
                <a:sym typeface="PT Sans"/>
              </a:defRPr>
            </a:lvl1pPr>
            <a:lvl2pPr indent="0" lvl="1" marL="0" algn="r">
              <a:spcBef>
                <a:spcPts val="0"/>
              </a:spcBef>
              <a:buNone/>
              <a:defRPr b="1" i="0" sz="1600" u="none" cap="none" strike="noStrike">
                <a:solidFill>
                  <a:schemeClr val="dk1"/>
                </a:solidFill>
                <a:latin typeface="PT Sans"/>
                <a:ea typeface="PT Sans"/>
                <a:cs typeface="PT Sans"/>
                <a:sym typeface="PT Sans"/>
              </a:defRPr>
            </a:lvl2pPr>
            <a:lvl3pPr indent="0" lvl="2" marL="0" algn="r">
              <a:spcBef>
                <a:spcPts val="0"/>
              </a:spcBef>
              <a:buNone/>
              <a:defRPr b="1" i="0" sz="1600" u="none" cap="none" strike="noStrike">
                <a:solidFill>
                  <a:schemeClr val="dk1"/>
                </a:solidFill>
                <a:latin typeface="PT Sans"/>
                <a:ea typeface="PT Sans"/>
                <a:cs typeface="PT Sans"/>
                <a:sym typeface="PT Sans"/>
              </a:defRPr>
            </a:lvl3pPr>
            <a:lvl4pPr indent="0" lvl="3" marL="0" algn="r">
              <a:spcBef>
                <a:spcPts val="0"/>
              </a:spcBef>
              <a:buNone/>
              <a:defRPr b="1" i="0" sz="1600" u="none" cap="none" strike="noStrike">
                <a:solidFill>
                  <a:schemeClr val="dk1"/>
                </a:solidFill>
                <a:latin typeface="PT Sans"/>
                <a:ea typeface="PT Sans"/>
                <a:cs typeface="PT Sans"/>
                <a:sym typeface="PT Sans"/>
              </a:defRPr>
            </a:lvl4pPr>
            <a:lvl5pPr indent="0" lvl="4" marL="0" algn="r">
              <a:spcBef>
                <a:spcPts val="0"/>
              </a:spcBef>
              <a:buNone/>
              <a:defRPr b="1" i="0" sz="1600" u="none" cap="none" strike="noStrike">
                <a:solidFill>
                  <a:schemeClr val="dk1"/>
                </a:solidFill>
                <a:latin typeface="PT Sans"/>
                <a:ea typeface="PT Sans"/>
                <a:cs typeface="PT Sans"/>
                <a:sym typeface="PT Sans"/>
              </a:defRPr>
            </a:lvl5pPr>
            <a:lvl6pPr indent="0" lvl="5" marL="0" algn="r">
              <a:spcBef>
                <a:spcPts val="0"/>
              </a:spcBef>
              <a:buNone/>
              <a:defRPr b="1" i="0" sz="1600" u="none" cap="none" strike="noStrike">
                <a:solidFill>
                  <a:schemeClr val="dk1"/>
                </a:solidFill>
                <a:latin typeface="PT Sans"/>
                <a:ea typeface="PT Sans"/>
                <a:cs typeface="PT Sans"/>
                <a:sym typeface="PT Sans"/>
              </a:defRPr>
            </a:lvl6pPr>
            <a:lvl7pPr indent="0" lvl="6" marL="0" algn="r">
              <a:spcBef>
                <a:spcPts val="0"/>
              </a:spcBef>
              <a:buNone/>
              <a:defRPr b="1" i="0" sz="1600" u="none" cap="none" strike="noStrike">
                <a:solidFill>
                  <a:schemeClr val="dk1"/>
                </a:solidFill>
                <a:latin typeface="PT Sans"/>
                <a:ea typeface="PT Sans"/>
                <a:cs typeface="PT Sans"/>
                <a:sym typeface="PT Sans"/>
              </a:defRPr>
            </a:lvl7pPr>
            <a:lvl8pPr indent="0" lvl="7" marL="0" algn="r">
              <a:spcBef>
                <a:spcPts val="0"/>
              </a:spcBef>
              <a:buNone/>
              <a:defRPr b="1" i="0" sz="1600" u="none" cap="none" strike="noStrike">
                <a:solidFill>
                  <a:schemeClr val="dk1"/>
                </a:solidFill>
                <a:latin typeface="PT Sans"/>
                <a:ea typeface="PT Sans"/>
                <a:cs typeface="PT Sans"/>
                <a:sym typeface="PT Sans"/>
              </a:defRPr>
            </a:lvl8pPr>
            <a:lvl9pPr indent="0" lvl="8" marL="0" algn="r">
              <a:spcBef>
                <a:spcPts val="0"/>
              </a:spcBef>
              <a:buNone/>
              <a:defRPr b="1" i="0" sz="1600" u="none" cap="none" strike="noStrike">
                <a:solidFill>
                  <a:schemeClr val="dk1"/>
                </a:solidFill>
                <a:latin typeface="PT Sans"/>
                <a:ea typeface="PT Sans"/>
                <a:cs typeface="PT Sans"/>
                <a:sym typeface="PT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i="0" sz="1600" u="none" cap="none" strike="noStrike">
                <a:solidFill>
                  <a:schemeClr val="dk1"/>
                </a:solidFill>
                <a:latin typeface="PT Sans"/>
                <a:ea typeface="PT Sans"/>
                <a:cs typeface="PT Sans"/>
                <a:sym typeface="PT Sans"/>
              </a:defRPr>
            </a:lvl1pPr>
            <a:lvl2pPr indent="0" lvl="1" marL="0" algn="r">
              <a:spcBef>
                <a:spcPts val="0"/>
              </a:spcBef>
              <a:buNone/>
              <a:defRPr b="1" i="0" sz="1600" u="none" cap="none" strike="noStrike">
                <a:solidFill>
                  <a:schemeClr val="dk1"/>
                </a:solidFill>
                <a:latin typeface="PT Sans"/>
                <a:ea typeface="PT Sans"/>
                <a:cs typeface="PT Sans"/>
                <a:sym typeface="PT Sans"/>
              </a:defRPr>
            </a:lvl2pPr>
            <a:lvl3pPr indent="0" lvl="2" marL="0" algn="r">
              <a:spcBef>
                <a:spcPts val="0"/>
              </a:spcBef>
              <a:buNone/>
              <a:defRPr b="1" i="0" sz="1600" u="none" cap="none" strike="noStrike">
                <a:solidFill>
                  <a:schemeClr val="dk1"/>
                </a:solidFill>
                <a:latin typeface="PT Sans"/>
                <a:ea typeface="PT Sans"/>
                <a:cs typeface="PT Sans"/>
                <a:sym typeface="PT Sans"/>
              </a:defRPr>
            </a:lvl3pPr>
            <a:lvl4pPr indent="0" lvl="3" marL="0" algn="r">
              <a:spcBef>
                <a:spcPts val="0"/>
              </a:spcBef>
              <a:buNone/>
              <a:defRPr b="1" i="0" sz="1600" u="none" cap="none" strike="noStrike">
                <a:solidFill>
                  <a:schemeClr val="dk1"/>
                </a:solidFill>
                <a:latin typeface="PT Sans"/>
                <a:ea typeface="PT Sans"/>
                <a:cs typeface="PT Sans"/>
                <a:sym typeface="PT Sans"/>
              </a:defRPr>
            </a:lvl4pPr>
            <a:lvl5pPr indent="0" lvl="4" marL="0" algn="r">
              <a:spcBef>
                <a:spcPts val="0"/>
              </a:spcBef>
              <a:buNone/>
              <a:defRPr b="1" i="0" sz="1600" u="none" cap="none" strike="noStrike">
                <a:solidFill>
                  <a:schemeClr val="dk1"/>
                </a:solidFill>
                <a:latin typeface="PT Sans"/>
                <a:ea typeface="PT Sans"/>
                <a:cs typeface="PT Sans"/>
                <a:sym typeface="PT Sans"/>
              </a:defRPr>
            </a:lvl5pPr>
            <a:lvl6pPr indent="0" lvl="5" marL="0" algn="r">
              <a:spcBef>
                <a:spcPts val="0"/>
              </a:spcBef>
              <a:buNone/>
              <a:defRPr b="1" i="0" sz="1600" u="none" cap="none" strike="noStrike">
                <a:solidFill>
                  <a:schemeClr val="dk1"/>
                </a:solidFill>
                <a:latin typeface="PT Sans"/>
                <a:ea typeface="PT Sans"/>
                <a:cs typeface="PT Sans"/>
                <a:sym typeface="PT Sans"/>
              </a:defRPr>
            </a:lvl6pPr>
            <a:lvl7pPr indent="0" lvl="6" marL="0" algn="r">
              <a:spcBef>
                <a:spcPts val="0"/>
              </a:spcBef>
              <a:buNone/>
              <a:defRPr b="1" i="0" sz="1600" u="none" cap="none" strike="noStrike">
                <a:solidFill>
                  <a:schemeClr val="dk1"/>
                </a:solidFill>
                <a:latin typeface="PT Sans"/>
                <a:ea typeface="PT Sans"/>
                <a:cs typeface="PT Sans"/>
                <a:sym typeface="PT Sans"/>
              </a:defRPr>
            </a:lvl7pPr>
            <a:lvl8pPr indent="0" lvl="7" marL="0" algn="r">
              <a:spcBef>
                <a:spcPts val="0"/>
              </a:spcBef>
              <a:buNone/>
              <a:defRPr b="1" i="0" sz="1600" u="none" cap="none" strike="noStrike">
                <a:solidFill>
                  <a:schemeClr val="dk1"/>
                </a:solidFill>
                <a:latin typeface="PT Sans"/>
                <a:ea typeface="PT Sans"/>
                <a:cs typeface="PT Sans"/>
                <a:sym typeface="PT Sans"/>
              </a:defRPr>
            </a:lvl8pPr>
            <a:lvl9pPr indent="0" lvl="8" marL="0" algn="r">
              <a:spcBef>
                <a:spcPts val="0"/>
              </a:spcBef>
              <a:buNone/>
              <a:defRPr b="1" i="0" sz="1600" u="none" cap="none" strike="noStrike">
                <a:solidFill>
                  <a:schemeClr val="dk1"/>
                </a:solidFill>
                <a:latin typeface="PT Sans"/>
                <a:ea typeface="PT Sans"/>
                <a:cs typeface="PT Sans"/>
                <a:sym typeface="PT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T Sans"/>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i="0" sz="1600" u="none" cap="none" strike="noStrike">
                <a:solidFill>
                  <a:schemeClr val="dk1"/>
                </a:solidFill>
                <a:latin typeface="PT Sans"/>
                <a:ea typeface="PT Sans"/>
                <a:cs typeface="PT Sans"/>
                <a:sym typeface="PT Sans"/>
              </a:defRPr>
            </a:lvl1pPr>
            <a:lvl2pPr indent="0" lvl="1" marL="0" algn="r">
              <a:spcBef>
                <a:spcPts val="0"/>
              </a:spcBef>
              <a:buNone/>
              <a:defRPr b="1" i="0" sz="1600" u="none" cap="none" strike="noStrike">
                <a:solidFill>
                  <a:schemeClr val="dk1"/>
                </a:solidFill>
                <a:latin typeface="PT Sans"/>
                <a:ea typeface="PT Sans"/>
                <a:cs typeface="PT Sans"/>
                <a:sym typeface="PT Sans"/>
              </a:defRPr>
            </a:lvl2pPr>
            <a:lvl3pPr indent="0" lvl="2" marL="0" algn="r">
              <a:spcBef>
                <a:spcPts val="0"/>
              </a:spcBef>
              <a:buNone/>
              <a:defRPr b="1" i="0" sz="1600" u="none" cap="none" strike="noStrike">
                <a:solidFill>
                  <a:schemeClr val="dk1"/>
                </a:solidFill>
                <a:latin typeface="PT Sans"/>
                <a:ea typeface="PT Sans"/>
                <a:cs typeface="PT Sans"/>
                <a:sym typeface="PT Sans"/>
              </a:defRPr>
            </a:lvl3pPr>
            <a:lvl4pPr indent="0" lvl="3" marL="0" algn="r">
              <a:spcBef>
                <a:spcPts val="0"/>
              </a:spcBef>
              <a:buNone/>
              <a:defRPr b="1" i="0" sz="1600" u="none" cap="none" strike="noStrike">
                <a:solidFill>
                  <a:schemeClr val="dk1"/>
                </a:solidFill>
                <a:latin typeface="PT Sans"/>
                <a:ea typeface="PT Sans"/>
                <a:cs typeface="PT Sans"/>
                <a:sym typeface="PT Sans"/>
              </a:defRPr>
            </a:lvl4pPr>
            <a:lvl5pPr indent="0" lvl="4" marL="0" algn="r">
              <a:spcBef>
                <a:spcPts val="0"/>
              </a:spcBef>
              <a:buNone/>
              <a:defRPr b="1" i="0" sz="1600" u="none" cap="none" strike="noStrike">
                <a:solidFill>
                  <a:schemeClr val="dk1"/>
                </a:solidFill>
                <a:latin typeface="PT Sans"/>
                <a:ea typeface="PT Sans"/>
                <a:cs typeface="PT Sans"/>
                <a:sym typeface="PT Sans"/>
              </a:defRPr>
            </a:lvl5pPr>
            <a:lvl6pPr indent="0" lvl="5" marL="0" algn="r">
              <a:spcBef>
                <a:spcPts val="0"/>
              </a:spcBef>
              <a:buNone/>
              <a:defRPr b="1" i="0" sz="1600" u="none" cap="none" strike="noStrike">
                <a:solidFill>
                  <a:schemeClr val="dk1"/>
                </a:solidFill>
                <a:latin typeface="PT Sans"/>
                <a:ea typeface="PT Sans"/>
                <a:cs typeface="PT Sans"/>
                <a:sym typeface="PT Sans"/>
              </a:defRPr>
            </a:lvl6pPr>
            <a:lvl7pPr indent="0" lvl="6" marL="0" algn="r">
              <a:spcBef>
                <a:spcPts val="0"/>
              </a:spcBef>
              <a:buNone/>
              <a:defRPr b="1" i="0" sz="1600" u="none" cap="none" strike="noStrike">
                <a:solidFill>
                  <a:schemeClr val="dk1"/>
                </a:solidFill>
                <a:latin typeface="PT Sans"/>
                <a:ea typeface="PT Sans"/>
                <a:cs typeface="PT Sans"/>
                <a:sym typeface="PT Sans"/>
              </a:defRPr>
            </a:lvl7pPr>
            <a:lvl8pPr indent="0" lvl="7" marL="0" algn="r">
              <a:spcBef>
                <a:spcPts val="0"/>
              </a:spcBef>
              <a:buNone/>
              <a:defRPr b="1" i="0" sz="1600" u="none" cap="none" strike="noStrike">
                <a:solidFill>
                  <a:schemeClr val="dk1"/>
                </a:solidFill>
                <a:latin typeface="PT Sans"/>
                <a:ea typeface="PT Sans"/>
                <a:cs typeface="PT Sans"/>
                <a:sym typeface="PT Sans"/>
              </a:defRPr>
            </a:lvl8pPr>
            <a:lvl9pPr indent="0" lvl="8" marL="0" algn="r">
              <a:spcBef>
                <a:spcPts val="0"/>
              </a:spcBef>
              <a:buNone/>
              <a:defRPr b="1" i="0" sz="1600" u="none" cap="none" strike="noStrike">
                <a:solidFill>
                  <a:schemeClr val="dk1"/>
                </a:solidFill>
                <a:latin typeface="PT Sans"/>
                <a:ea typeface="PT Sans"/>
                <a:cs typeface="PT Sans"/>
                <a:sym typeface="PT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T Sans"/>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0"/>
          <p:cNvSpPr/>
          <p:nvPr>
            <p:ph idx="2" type="pic"/>
          </p:nvPr>
        </p:nvSpPr>
        <p:spPr>
          <a:xfrm>
            <a:off x="5183188" y="987425"/>
            <a:ext cx="6172200" cy="4873625"/>
          </a:xfrm>
          <a:prstGeom prst="rect">
            <a:avLst/>
          </a:prstGeom>
          <a:noFill/>
          <a:ln>
            <a:noFill/>
          </a:ln>
        </p:spPr>
      </p:sp>
      <p:sp>
        <p:nvSpPr>
          <p:cNvPr id="68" name="Google Shape;68;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i="0" sz="1600" u="none" cap="none" strike="noStrike">
                <a:solidFill>
                  <a:schemeClr val="dk1"/>
                </a:solidFill>
                <a:latin typeface="PT Sans"/>
                <a:ea typeface="PT Sans"/>
                <a:cs typeface="PT Sans"/>
                <a:sym typeface="PT Sans"/>
              </a:defRPr>
            </a:lvl1pPr>
            <a:lvl2pPr indent="0" lvl="1" marL="0" algn="r">
              <a:spcBef>
                <a:spcPts val="0"/>
              </a:spcBef>
              <a:buNone/>
              <a:defRPr b="1" i="0" sz="1600" u="none" cap="none" strike="noStrike">
                <a:solidFill>
                  <a:schemeClr val="dk1"/>
                </a:solidFill>
                <a:latin typeface="PT Sans"/>
                <a:ea typeface="PT Sans"/>
                <a:cs typeface="PT Sans"/>
                <a:sym typeface="PT Sans"/>
              </a:defRPr>
            </a:lvl2pPr>
            <a:lvl3pPr indent="0" lvl="2" marL="0" algn="r">
              <a:spcBef>
                <a:spcPts val="0"/>
              </a:spcBef>
              <a:buNone/>
              <a:defRPr b="1" i="0" sz="1600" u="none" cap="none" strike="noStrike">
                <a:solidFill>
                  <a:schemeClr val="dk1"/>
                </a:solidFill>
                <a:latin typeface="PT Sans"/>
                <a:ea typeface="PT Sans"/>
                <a:cs typeface="PT Sans"/>
                <a:sym typeface="PT Sans"/>
              </a:defRPr>
            </a:lvl3pPr>
            <a:lvl4pPr indent="0" lvl="3" marL="0" algn="r">
              <a:spcBef>
                <a:spcPts val="0"/>
              </a:spcBef>
              <a:buNone/>
              <a:defRPr b="1" i="0" sz="1600" u="none" cap="none" strike="noStrike">
                <a:solidFill>
                  <a:schemeClr val="dk1"/>
                </a:solidFill>
                <a:latin typeface="PT Sans"/>
                <a:ea typeface="PT Sans"/>
                <a:cs typeface="PT Sans"/>
                <a:sym typeface="PT Sans"/>
              </a:defRPr>
            </a:lvl4pPr>
            <a:lvl5pPr indent="0" lvl="4" marL="0" algn="r">
              <a:spcBef>
                <a:spcPts val="0"/>
              </a:spcBef>
              <a:buNone/>
              <a:defRPr b="1" i="0" sz="1600" u="none" cap="none" strike="noStrike">
                <a:solidFill>
                  <a:schemeClr val="dk1"/>
                </a:solidFill>
                <a:latin typeface="PT Sans"/>
                <a:ea typeface="PT Sans"/>
                <a:cs typeface="PT Sans"/>
                <a:sym typeface="PT Sans"/>
              </a:defRPr>
            </a:lvl5pPr>
            <a:lvl6pPr indent="0" lvl="5" marL="0" algn="r">
              <a:spcBef>
                <a:spcPts val="0"/>
              </a:spcBef>
              <a:buNone/>
              <a:defRPr b="1" i="0" sz="1600" u="none" cap="none" strike="noStrike">
                <a:solidFill>
                  <a:schemeClr val="dk1"/>
                </a:solidFill>
                <a:latin typeface="PT Sans"/>
                <a:ea typeface="PT Sans"/>
                <a:cs typeface="PT Sans"/>
                <a:sym typeface="PT Sans"/>
              </a:defRPr>
            </a:lvl6pPr>
            <a:lvl7pPr indent="0" lvl="6" marL="0" algn="r">
              <a:spcBef>
                <a:spcPts val="0"/>
              </a:spcBef>
              <a:buNone/>
              <a:defRPr b="1" i="0" sz="1600" u="none" cap="none" strike="noStrike">
                <a:solidFill>
                  <a:schemeClr val="dk1"/>
                </a:solidFill>
                <a:latin typeface="PT Sans"/>
                <a:ea typeface="PT Sans"/>
                <a:cs typeface="PT Sans"/>
                <a:sym typeface="PT Sans"/>
              </a:defRPr>
            </a:lvl7pPr>
            <a:lvl8pPr indent="0" lvl="7" marL="0" algn="r">
              <a:spcBef>
                <a:spcPts val="0"/>
              </a:spcBef>
              <a:buNone/>
              <a:defRPr b="1" i="0" sz="1600" u="none" cap="none" strike="noStrike">
                <a:solidFill>
                  <a:schemeClr val="dk1"/>
                </a:solidFill>
                <a:latin typeface="PT Sans"/>
                <a:ea typeface="PT Sans"/>
                <a:cs typeface="PT Sans"/>
                <a:sym typeface="PT Sans"/>
              </a:defRPr>
            </a:lvl8pPr>
            <a:lvl9pPr indent="0" lvl="8" marL="0" algn="r">
              <a:spcBef>
                <a:spcPts val="0"/>
              </a:spcBef>
              <a:buNone/>
              <a:defRPr b="1" i="0" sz="1600" u="none" cap="none" strike="noStrike">
                <a:solidFill>
                  <a:schemeClr val="dk1"/>
                </a:solidFill>
                <a:latin typeface="PT Sans"/>
                <a:ea typeface="PT Sans"/>
                <a:cs typeface="PT Sans"/>
                <a:sym typeface="PT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i="0" sz="1600" u="none" cap="none" strike="noStrike">
                <a:solidFill>
                  <a:schemeClr val="dk1"/>
                </a:solidFill>
                <a:latin typeface="PT Sans"/>
                <a:ea typeface="PT Sans"/>
                <a:cs typeface="PT Sans"/>
                <a:sym typeface="PT Sans"/>
              </a:defRPr>
            </a:lvl1pPr>
            <a:lvl2pPr indent="0" lvl="1" marL="0" algn="r">
              <a:spcBef>
                <a:spcPts val="0"/>
              </a:spcBef>
              <a:buNone/>
              <a:defRPr b="1" i="0" sz="1600" u="none" cap="none" strike="noStrike">
                <a:solidFill>
                  <a:schemeClr val="dk1"/>
                </a:solidFill>
                <a:latin typeface="PT Sans"/>
                <a:ea typeface="PT Sans"/>
                <a:cs typeface="PT Sans"/>
                <a:sym typeface="PT Sans"/>
              </a:defRPr>
            </a:lvl2pPr>
            <a:lvl3pPr indent="0" lvl="2" marL="0" algn="r">
              <a:spcBef>
                <a:spcPts val="0"/>
              </a:spcBef>
              <a:buNone/>
              <a:defRPr b="1" i="0" sz="1600" u="none" cap="none" strike="noStrike">
                <a:solidFill>
                  <a:schemeClr val="dk1"/>
                </a:solidFill>
                <a:latin typeface="PT Sans"/>
                <a:ea typeface="PT Sans"/>
                <a:cs typeface="PT Sans"/>
                <a:sym typeface="PT Sans"/>
              </a:defRPr>
            </a:lvl3pPr>
            <a:lvl4pPr indent="0" lvl="3" marL="0" algn="r">
              <a:spcBef>
                <a:spcPts val="0"/>
              </a:spcBef>
              <a:buNone/>
              <a:defRPr b="1" i="0" sz="1600" u="none" cap="none" strike="noStrike">
                <a:solidFill>
                  <a:schemeClr val="dk1"/>
                </a:solidFill>
                <a:latin typeface="PT Sans"/>
                <a:ea typeface="PT Sans"/>
                <a:cs typeface="PT Sans"/>
                <a:sym typeface="PT Sans"/>
              </a:defRPr>
            </a:lvl4pPr>
            <a:lvl5pPr indent="0" lvl="4" marL="0" algn="r">
              <a:spcBef>
                <a:spcPts val="0"/>
              </a:spcBef>
              <a:buNone/>
              <a:defRPr b="1" i="0" sz="1600" u="none" cap="none" strike="noStrike">
                <a:solidFill>
                  <a:schemeClr val="dk1"/>
                </a:solidFill>
                <a:latin typeface="PT Sans"/>
                <a:ea typeface="PT Sans"/>
                <a:cs typeface="PT Sans"/>
                <a:sym typeface="PT Sans"/>
              </a:defRPr>
            </a:lvl5pPr>
            <a:lvl6pPr indent="0" lvl="5" marL="0" algn="r">
              <a:spcBef>
                <a:spcPts val="0"/>
              </a:spcBef>
              <a:buNone/>
              <a:defRPr b="1" i="0" sz="1600" u="none" cap="none" strike="noStrike">
                <a:solidFill>
                  <a:schemeClr val="dk1"/>
                </a:solidFill>
                <a:latin typeface="PT Sans"/>
                <a:ea typeface="PT Sans"/>
                <a:cs typeface="PT Sans"/>
                <a:sym typeface="PT Sans"/>
              </a:defRPr>
            </a:lvl6pPr>
            <a:lvl7pPr indent="0" lvl="6" marL="0" algn="r">
              <a:spcBef>
                <a:spcPts val="0"/>
              </a:spcBef>
              <a:buNone/>
              <a:defRPr b="1" i="0" sz="1600" u="none" cap="none" strike="noStrike">
                <a:solidFill>
                  <a:schemeClr val="dk1"/>
                </a:solidFill>
                <a:latin typeface="PT Sans"/>
                <a:ea typeface="PT Sans"/>
                <a:cs typeface="PT Sans"/>
                <a:sym typeface="PT Sans"/>
              </a:defRPr>
            </a:lvl7pPr>
            <a:lvl8pPr indent="0" lvl="7" marL="0" algn="r">
              <a:spcBef>
                <a:spcPts val="0"/>
              </a:spcBef>
              <a:buNone/>
              <a:defRPr b="1" i="0" sz="1600" u="none" cap="none" strike="noStrike">
                <a:solidFill>
                  <a:schemeClr val="dk1"/>
                </a:solidFill>
                <a:latin typeface="PT Sans"/>
                <a:ea typeface="PT Sans"/>
                <a:cs typeface="PT Sans"/>
                <a:sym typeface="PT Sans"/>
              </a:defRPr>
            </a:lvl8pPr>
            <a:lvl9pPr indent="0" lvl="8" marL="0" algn="r">
              <a:spcBef>
                <a:spcPts val="0"/>
              </a:spcBef>
              <a:buNone/>
              <a:defRPr b="1" i="0" sz="1600" u="none" cap="none" strike="noStrike">
                <a:solidFill>
                  <a:schemeClr val="dk1"/>
                </a:solidFill>
                <a:latin typeface="PT Sans"/>
                <a:ea typeface="PT Sans"/>
                <a:cs typeface="PT Sans"/>
                <a:sym typeface="PT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i="0" sz="1600" u="none" cap="none" strike="noStrike">
                <a:solidFill>
                  <a:schemeClr val="dk1"/>
                </a:solidFill>
                <a:latin typeface="PT Sans"/>
                <a:ea typeface="PT Sans"/>
                <a:cs typeface="PT Sans"/>
                <a:sym typeface="PT Sans"/>
              </a:defRPr>
            </a:lvl1pPr>
            <a:lvl2pPr indent="0" lvl="1" marL="0" algn="r">
              <a:spcBef>
                <a:spcPts val="0"/>
              </a:spcBef>
              <a:buNone/>
              <a:defRPr b="1" i="0" sz="1600" u="none" cap="none" strike="noStrike">
                <a:solidFill>
                  <a:schemeClr val="dk1"/>
                </a:solidFill>
                <a:latin typeface="PT Sans"/>
                <a:ea typeface="PT Sans"/>
                <a:cs typeface="PT Sans"/>
                <a:sym typeface="PT Sans"/>
              </a:defRPr>
            </a:lvl2pPr>
            <a:lvl3pPr indent="0" lvl="2" marL="0" algn="r">
              <a:spcBef>
                <a:spcPts val="0"/>
              </a:spcBef>
              <a:buNone/>
              <a:defRPr b="1" i="0" sz="1600" u="none" cap="none" strike="noStrike">
                <a:solidFill>
                  <a:schemeClr val="dk1"/>
                </a:solidFill>
                <a:latin typeface="PT Sans"/>
                <a:ea typeface="PT Sans"/>
                <a:cs typeface="PT Sans"/>
                <a:sym typeface="PT Sans"/>
              </a:defRPr>
            </a:lvl3pPr>
            <a:lvl4pPr indent="0" lvl="3" marL="0" algn="r">
              <a:spcBef>
                <a:spcPts val="0"/>
              </a:spcBef>
              <a:buNone/>
              <a:defRPr b="1" i="0" sz="1600" u="none" cap="none" strike="noStrike">
                <a:solidFill>
                  <a:schemeClr val="dk1"/>
                </a:solidFill>
                <a:latin typeface="PT Sans"/>
                <a:ea typeface="PT Sans"/>
                <a:cs typeface="PT Sans"/>
                <a:sym typeface="PT Sans"/>
              </a:defRPr>
            </a:lvl4pPr>
            <a:lvl5pPr indent="0" lvl="4" marL="0" algn="r">
              <a:spcBef>
                <a:spcPts val="0"/>
              </a:spcBef>
              <a:buNone/>
              <a:defRPr b="1" i="0" sz="1600" u="none" cap="none" strike="noStrike">
                <a:solidFill>
                  <a:schemeClr val="dk1"/>
                </a:solidFill>
                <a:latin typeface="PT Sans"/>
                <a:ea typeface="PT Sans"/>
                <a:cs typeface="PT Sans"/>
                <a:sym typeface="PT Sans"/>
              </a:defRPr>
            </a:lvl5pPr>
            <a:lvl6pPr indent="0" lvl="5" marL="0" algn="r">
              <a:spcBef>
                <a:spcPts val="0"/>
              </a:spcBef>
              <a:buNone/>
              <a:defRPr b="1" i="0" sz="1600" u="none" cap="none" strike="noStrike">
                <a:solidFill>
                  <a:schemeClr val="dk1"/>
                </a:solidFill>
                <a:latin typeface="PT Sans"/>
                <a:ea typeface="PT Sans"/>
                <a:cs typeface="PT Sans"/>
                <a:sym typeface="PT Sans"/>
              </a:defRPr>
            </a:lvl6pPr>
            <a:lvl7pPr indent="0" lvl="6" marL="0" algn="r">
              <a:spcBef>
                <a:spcPts val="0"/>
              </a:spcBef>
              <a:buNone/>
              <a:defRPr b="1" i="0" sz="1600" u="none" cap="none" strike="noStrike">
                <a:solidFill>
                  <a:schemeClr val="dk1"/>
                </a:solidFill>
                <a:latin typeface="PT Sans"/>
                <a:ea typeface="PT Sans"/>
                <a:cs typeface="PT Sans"/>
                <a:sym typeface="PT Sans"/>
              </a:defRPr>
            </a:lvl7pPr>
            <a:lvl8pPr indent="0" lvl="7" marL="0" algn="r">
              <a:spcBef>
                <a:spcPts val="0"/>
              </a:spcBef>
              <a:buNone/>
              <a:defRPr b="1" i="0" sz="1600" u="none" cap="none" strike="noStrike">
                <a:solidFill>
                  <a:schemeClr val="dk1"/>
                </a:solidFill>
                <a:latin typeface="PT Sans"/>
                <a:ea typeface="PT Sans"/>
                <a:cs typeface="PT Sans"/>
                <a:sym typeface="PT Sans"/>
              </a:defRPr>
            </a:lvl8pPr>
            <a:lvl9pPr indent="0" lvl="8" marL="0" algn="r">
              <a:spcBef>
                <a:spcPts val="0"/>
              </a:spcBef>
              <a:buNone/>
              <a:defRPr b="1" i="0" sz="1600" u="none" cap="none" strike="noStrike">
                <a:solidFill>
                  <a:schemeClr val="dk1"/>
                </a:solidFill>
                <a:latin typeface="PT Sans"/>
                <a:ea typeface="PT Sans"/>
                <a:cs typeface="PT Sans"/>
                <a:sym typeface="PT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2.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T Sans"/>
              <a:buNone/>
              <a:defRPr b="1" i="0" sz="4400" u="none" cap="none" strike="noStrike">
                <a:solidFill>
                  <a:schemeClr val="dk1"/>
                </a:solidFill>
                <a:latin typeface="PT Sans"/>
                <a:ea typeface="PT Sans"/>
                <a:cs typeface="PT Sans"/>
                <a:sym typeface="PT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PT Sans"/>
                <a:ea typeface="PT Sans"/>
                <a:cs typeface="PT Sans"/>
                <a:sym typeface="PT Sans"/>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PT Sans"/>
                <a:ea typeface="PT Sans"/>
                <a:cs typeface="PT Sans"/>
                <a:sym typeface="PT Sans"/>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PT Sans"/>
                <a:ea typeface="PT Sans"/>
                <a:cs typeface="PT Sans"/>
                <a:sym typeface="PT Sans"/>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T Sans"/>
                <a:ea typeface="PT Sans"/>
                <a:cs typeface="PT Sans"/>
                <a:sym typeface="PT Sans"/>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T Sans"/>
                <a:ea typeface="PT Sans"/>
                <a:cs typeface="PT Sans"/>
                <a:sym typeface="PT Sans"/>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6.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9.png"/><Relationship Id="rId4" Type="http://schemas.openxmlformats.org/officeDocument/2006/relationships/image" Target="../media/image1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0.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3"/>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PT Sans"/>
              <a:buNone/>
            </a:pPr>
            <a:r>
              <a:rPr lang="en-US"/>
              <a:t>Team 5 Induction Heater Controller</a:t>
            </a:r>
            <a:endParaRPr/>
          </a:p>
        </p:txBody>
      </p:sp>
      <p:sp>
        <p:nvSpPr>
          <p:cNvPr id="89" name="Google Shape;89;p13"/>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rPr lang="en-US"/>
              <a:t>Aaron Neuharth, John Donnell, Austin DuCrest, Dow Cox, Cole Wilson</a:t>
            </a:r>
            <a:endParaRPr/>
          </a:p>
        </p:txBody>
      </p:sp>
      <p:sp>
        <p:nvSpPr>
          <p:cNvPr id="90" name="Google Shape;90;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T Sans"/>
              <a:buNone/>
            </a:pPr>
            <a:r>
              <a:rPr lang="en-US"/>
              <a:t>Outline</a:t>
            </a:r>
            <a:endParaRPr/>
          </a:p>
        </p:txBody>
      </p:sp>
      <p:sp>
        <p:nvSpPr>
          <p:cNvPr id="96" name="Google Shape;96;p1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1" lang="en-US"/>
              <a:t>Problem Formulation</a:t>
            </a:r>
            <a:endParaRPr/>
          </a:p>
          <a:p>
            <a:pPr indent="-228600" lvl="0" marL="228600" rtl="0" algn="l">
              <a:lnSpc>
                <a:spcPct val="90000"/>
              </a:lnSpc>
              <a:spcBef>
                <a:spcPts val="1000"/>
              </a:spcBef>
              <a:spcAft>
                <a:spcPts val="0"/>
              </a:spcAft>
              <a:buClr>
                <a:schemeClr val="dk1"/>
              </a:buClr>
              <a:buSzPts val="2800"/>
              <a:buChar char="•"/>
            </a:pPr>
            <a:r>
              <a:rPr lang="en-US"/>
              <a:t>Standards, Ethics, and Broader Impacts</a:t>
            </a:r>
            <a:endParaRPr/>
          </a:p>
          <a:p>
            <a:pPr indent="-228600" lvl="0" marL="228600" rtl="0" algn="l">
              <a:lnSpc>
                <a:spcPct val="90000"/>
              </a:lnSpc>
              <a:spcBef>
                <a:spcPts val="1000"/>
              </a:spcBef>
              <a:spcAft>
                <a:spcPts val="0"/>
              </a:spcAft>
              <a:buClr>
                <a:schemeClr val="dk1"/>
              </a:buClr>
              <a:buSzPts val="2800"/>
              <a:buChar char="•"/>
            </a:pPr>
            <a:r>
              <a:rPr lang="en-US"/>
              <a:t>Overview of Conceptual Design</a:t>
            </a:r>
            <a:endParaRPr/>
          </a:p>
          <a:p>
            <a:pPr indent="-228600" lvl="0" marL="228600" rtl="0" algn="l">
              <a:lnSpc>
                <a:spcPct val="90000"/>
              </a:lnSpc>
              <a:spcBef>
                <a:spcPts val="1000"/>
              </a:spcBef>
              <a:spcAft>
                <a:spcPts val="0"/>
              </a:spcAft>
              <a:buClr>
                <a:schemeClr val="dk1"/>
              </a:buClr>
              <a:buSzPts val="2800"/>
              <a:buChar char="•"/>
            </a:pPr>
            <a:r>
              <a:rPr lang="en-US"/>
              <a:t>Detailed Design</a:t>
            </a:r>
            <a:endParaRPr/>
          </a:p>
        </p:txBody>
      </p:sp>
      <p:sp>
        <p:nvSpPr>
          <p:cNvPr id="97" name="Google Shape;97;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5"/>
          <p:cNvSpPr txBox="1"/>
          <p:nvPr>
            <p:ph type="title"/>
          </p:nvPr>
        </p:nvSpPr>
        <p:spPr>
          <a:xfrm>
            <a:off x="1322950" y="2318450"/>
            <a:ext cx="10515600" cy="13257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PT Sans"/>
              <a:buNone/>
            </a:pPr>
            <a:r>
              <a:rPr lang="en-US" sz="10000"/>
              <a:t>Background</a:t>
            </a:r>
            <a:endParaRPr sz="10000"/>
          </a:p>
        </p:txBody>
      </p:sp>
      <p:sp>
        <p:nvSpPr>
          <p:cNvPr id="103" name="Google Shape;103;p1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6"/>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T Sans"/>
              <a:buNone/>
            </a:pPr>
            <a:r>
              <a:rPr lang="en-US"/>
              <a:t>Problem Statement</a:t>
            </a:r>
            <a:endParaRPr/>
          </a:p>
        </p:txBody>
      </p:sp>
      <p:sp>
        <p:nvSpPr>
          <p:cNvPr id="109" name="Google Shape;109;p16"/>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None/>
            </a:pPr>
            <a:r>
              <a:rPr lang="en-US" sz="5000" u="sng"/>
              <a:t>Design and prototype an induction coil controller in such a way to heat both the internal and surface level material of a circular heating element </a:t>
            </a:r>
            <a:endParaRPr sz="5000" u="sng"/>
          </a:p>
        </p:txBody>
      </p:sp>
      <p:sp>
        <p:nvSpPr>
          <p:cNvPr id="110" name="Google Shape;110;p1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pic>
        <p:nvPicPr>
          <p:cNvPr id="115" name="Google Shape;115;p17"/>
          <p:cNvPicPr preferRelativeResize="0"/>
          <p:nvPr/>
        </p:nvPicPr>
        <p:blipFill rotWithShape="1">
          <a:blip r:embed="rId3">
            <a:alphaModFix/>
          </a:blip>
          <a:srcRect b="0" l="0" r="5303" t="0"/>
          <a:stretch/>
        </p:blipFill>
        <p:spPr>
          <a:xfrm>
            <a:off x="1449225" y="-1"/>
            <a:ext cx="9732204" cy="6562200"/>
          </a:xfrm>
          <a:prstGeom prst="rect">
            <a:avLst/>
          </a:prstGeom>
          <a:noFill/>
          <a:ln>
            <a:noFill/>
          </a:ln>
        </p:spPr>
      </p:pic>
      <p:sp>
        <p:nvSpPr>
          <p:cNvPr id="116" name="Google Shape;116;p17"/>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8"/>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T Sans"/>
              <a:buNone/>
            </a:pPr>
            <a:r>
              <a:rPr lang="en-US"/>
              <a:t>Key Stakeholders</a:t>
            </a:r>
            <a:endParaRPr/>
          </a:p>
        </p:txBody>
      </p:sp>
      <p:sp>
        <p:nvSpPr>
          <p:cNvPr id="122" name="Google Shape;122;p18"/>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1000"/>
              </a:spcBef>
              <a:spcAft>
                <a:spcPts val="0"/>
              </a:spcAft>
              <a:buClr>
                <a:schemeClr val="dk1"/>
              </a:buClr>
              <a:buSzPts val="2800"/>
              <a:buChar char="•"/>
            </a:pPr>
            <a:r>
              <a:rPr lang="en-US"/>
              <a:t>Tennessee Technological University </a:t>
            </a:r>
            <a:endParaRPr/>
          </a:p>
          <a:p>
            <a:pPr indent="-228600" lvl="0" marL="228600" rtl="0" algn="l">
              <a:spcBef>
                <a:spcPts val="1000"/>
              </a:spcBef>
              <a:spcAft>
                <a:spcPts val="0"/>
              </a:spcAft>
              <a:buSzPts val="2800"/>
              <a:buChar char="•"/>
            </a:pPr>
            <a:r>
              <a:rPr lang="en-US"/>
              <a:t>Lochinvar </a:t>
            </a:r>
            <a:endParaRPr/>
          </a:p>
        </p:txBody>
      </p:sp>
      <p:sp>
        <p:nvSpPr>
          <p:cNvPr id="123" name="Google Shape;123;p18"/>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24" name="Google Shape;124;p18" title="Lochinvar_Logo.png"/>
          <p:cNvPicPr preferRelativeResize="0"/>
          <p:nvPr/>
        </p:nvPicPr>
        <p:blipFill>
          <a:blip r:embed="rId3">
            <a:alphaModFix/>
          </a:blip>
          <a:stretch>
            <a:fillRect/>
          </a:stretch>
        </p:blipFill>
        <p:spPr>
          <a:xfrm>
            <a:off x="4690775" y="2484738"/>
            <a:ext cx="7330125" cy="4189700"/>
          </a:xfrm>
          <a:prstGeom prst="rect">
            <a:avLst/>
          </a:prstGeom>
          <a:noFill/>
          <a:ln>
            <a:noFill/>
          </a:ln>
        </p:spPr>
      </p:pic>
      <p:pic>
        <p:nvPicPr>
          <p:cNvPr id="125" name="Google Shape;125;p18" title="tennessee_tech_logo.png"/>
          <p:cNvPicPr preferRelativeResize="0"/>
          <p:nvPr/>
        </p:nvPicPr>
        <p:blipFill>
          <a:blip r:embed="rId4">
            <a:alphaModFix/>
          </a:blip>
          <a:stretch>
            <a:fillRect/>
          </a:stretch>
        </p:blipFill>
        <p:spPr>
          <a:xfrm>
            <a:off x="459075" y="2999825"/>
            <a:ext cx="4136523" cy="315952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19"/>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T Sans"/>
              <a:buNone/>
            </a:pPr>
            <a:r>
              <a:rPr lang="en-US"/>
              <a:t>Key Stakeholders</a:t>
            </a:r>
            <a:endParaRPr/>
          </a:p>
        </p:txBody>
      </p:sp>
      <p:sp>
        <p:nvSpPr>
          <p:cNvPr id="131" name="Google Shape;131;p19"/>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1000"/>
              </a:spcBef>
              <a:spcAft>
                <a:spcPts val="0"/>
              </a:spcAft>
              <a:buClr>
                <a:schemeClr val="dk1"/>
              </a:buClr>
              <a:buSzPts val="2800"/>
              <a:buChar char="•"/>
            </a:pPr>
            <a:r>
              <a:rPr lang="en-US"/>
              <a:t> Tennessee Technological University </a:t>
            </a:r>
            <a:endParaRPr/>
          </a:p>
          <a:p>
            <a:pPr indent="0" lvl="0" marL="0" rtl="0" algn="l">
              <a:spcBef>
                <a:spcPts val="1000"/>
              </a:spcBef>
              <a:spcAft>
                <a:spcPts val="0"/>
              </a:spcAft>
              <a:buNone/>
            </a:pPr>
            <a:r>
              <a:t/>
            </a:r>
            <a:endParaRPr sz="2800"/>
          </a:p>
          <a:p>
            <a:pPr indent="-292100" lvl="1" marL="685800" rtl="0" algn="l">
              <a:spcBef>
                <a:spcPts val="500"/>
              </a:spcBef>
              <a:spcAft>
                <a:spcPts val="0"/>
              </a:spcAft>
              <a:buSzPts val="2800"/>
              <a:buChar char="•"/>
            </a:pPr>
            <a:r>
              <a:rPr lang="en-US" sz="2800"/>
              <a:t>TTU is primarily concerned about </a:t>
            </a:r>
            <a:endParaRPr sz="2800"/>
          </a:p>
          <a:p>
            <a:pPr indent="457200" lvl="0" marL="0" rtl="0" algn="l">
              <a:spcBef>
                <a:spcPts val="1000"/>
              </a:spcBef>
              <a:spcAft>
                <a:spcPts val="0"/>
              </a:spcAft>
              <a:buNone/>
            </a:pPr>
            <a:r>
              <a:rPr lang="en-US" sz="2800"/>
              <a:t>providing an educational experience </a:t>
            </a:r>
            <a:endParaRPr sz="2800"/>
          </a:p>
          <a:p>
            <a:pPr indent="457200" lvl="0" marL="0" rtl="0" algn="l">
              <a:spcBef>
                <a:spcPts val="1000"/>
              </a:spcBef>
              <a:spcAft>
                <a:spcPts val="0"/>
              </a:spcAft>
              <a:buNone/>
            </a:pPr>
            <a:r>
              <a:rPr lang="en-US"/>
              <a:t>without sacrificing </a:t>
            </a:r>
            <a:r>
              <a:rPr lang="en-US" sz="2800"/>
              <a:t>safety.</a:t>
            </a:r>
            <a:endParaRPr/>
          </a:p>
          <a:p>
            <a:pPr indent="0" lvl="0" marL="0" rtl="0" algn="l">
              <a:spcBef>
                <a:spcPts val="1000"/>
              </a:spcBef>
              <a:spcAft>
                <a:spcPts val="0"/>
              </a:spcAft>
              <a:buNone/>
            </a:pPr>
            <a:r>
              <a:t/>
            </a:r>
            <a:endParaRPr sz="2800"/>
          </a:p>
          <a:p>
            <a:pPr indent="-292100" lvl="1" marL="685800" rtl="0" algn="l">
              <a:spcBef>
                <a:spcPts val="500"/>
              </a:spcBef>
              <a:spcAft>
                <a:spcPts val="0"/>
              </a:spcAft>
              <a:buSzPts val="2800"/>
              <a:buChar char="•"/>
            </a:pPr>
            <a:r>
              <a:rPr lang="en-US" sz="2800"/>
              <a:t>TTU provides a budget of $1k </a:t>
            </a:r>
            <a:endParaRPr sz="2800"/>
          </a:p>
        </p:txBody>
      </p:sp>
      <p:sp>
        <p:nvSpPr>
          <p:cNvPr id="132" name="Google Shape;132;p19"/>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33" name="Google Shape;133;p19" title="tennessee_tech_logo.png"/>
          <p:cNvPicPr preferRelativeResize="0"/>
          <p:nvPr/>
        </p:nvPicPr>
        <p:blipFill>
          <a:blip r:embed="rId3">
            <a:alphaModFix/>
          </a:blip>
          <a:stretch>
            <a:fillRect/>
          </a:stretch>
        </p:blipFill>
        <p:spPr>
          <a:xfrm>
            <a:off x="7830350" y="365125"/>
            <a:ext cx="4136523" cy="315952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0"/>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T Sans"/>
              <a:buNone/>
            </a:pPr>
            <a:r>
              <a:rPr lang="en-US"/>
              <a:t>Key Stakeholders</a:t>
            </a:r>
            <a:endParaRPr/>
          </a:p>
        </p:txBody>
      </p:sp>
      <p:sp>
        <p:nvSpPr>
          <p:cNvPr id="139" name="Google Shape;139;p20"/>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406400" lvl="0" marL="457200" rtl="0" algn="l">
              <a:spcBef>
                <a:spcPts val="1000"/>
              </a:spcBef>
              <a:spcAft>
                <a:spcPts val="0"/>
              </a:spcAft>
              <a:buSzPts val="2800"/>
              <a:buChar char="•"/>
            </a:pPr>
            <a:r>
              <a:rPr lang="en-US"/>
              <a:t>Lochinvar </a:t>
            </a:r>
            <a:endParaRPr/>
          </a:p>
          <a:p>
            <a:pPr indent="0" lvl="0" marL="0" rtl="0" algn="l">
              <a:spcBef>
                <a:spcPts val="1000"/>
              </a:spcBef>
              <a:spcAft>
                <a:spcPts val="0"/>
              </a:spcAft>
              <a:buNone/>
            </a:pPr>
            <a:r>
              <a:t/>
            </a:r>
            <a:endParaRPr sz="2800"/>
          </a:p>
          <a:p>
            <a:pPr indent="-406400" lvl="1" marL="914400" rtl="0" algn="l">
              <a:spcBef>
                <a:spcPts val="500"/>
              </a:spcBef>
              <a:spcAft>
                <a:spcPts val="0"/>
              </a:spcAft>
              <a:buSzPts val="2800"/>
              <a:buChar char="•"/>
            </a:pPr>
            <a:r>
              <a:rPr lang="en-US" sz="2800"/>
              <a:t>Lochinvar acts as the customer for this project </a:t>
            </a:r>
            <a:endParaRPr sz="2800"/>
          </a:p>
          <a:p>
            <a:pPr indent="0" lvl="0" marL="0" rtl="0" algn="l">
              <a:spcBef>
                <a:spcPts val="1000"/>
              </a:spcBef>
              <a:spcAft>
                <a:spcPts val="0"/>
              </a:spcAft>
              <a:buNone/>
            </a:pPr>
            <a:r>
              <a:t/>
            </a:r>
            <a:endParaRPr sz="2800"/>
          </a:p>
          <a:p>
            <a:pPr indent="-406400" lvl="1" marL="914400" rtl="0" algn="l">
              <a:spcBef>
                <a:spcPts val="500"/>
              </a:spcBef>
              <a:spcAft>
                <a:spcPts val="0"/>
              </a:spcAft>
              <a:buSzPts val="2800"/>
              <a:buChar char="•"/>
            </a:pPr>
            <a:r>
              <a:rPr lang="en-US" sz="2800"/>
              <a:t>Lochinvar supplies the expertise of Ben Putnam and Daniel Rushing to ensure the project’s success</a:t>
            </a:r>
            <a:endParaRPr sz="2800"/>
          </a:p>
          <a:p>
            <a:pPr indent="0" lvl="0" marL="0" rtl="0" algn="l">
              <a:spcBef>
                <a:spcPts val="1000"/>
              </a:spcBef>
              <a:spcAft>
                <a:spcPts val="0"/>
              </a:spcAft>
              <a:buNone/>
            </a:pPr>
            <a:r>
              <a:rPr lang="en-US" sz="2800"/>
              <a:t> </a:t>
            </a:r>
            <a:endParaRPr sz="2800"/>
          </a:p>
          <a:p>
            <a:pPr indent="-406400" lvl="1" marL="914400" rtl="0" algn="l">
              <a:spcBef>
                <a:spcPts val="500"/>
              </a:spcBef>
              <a:spcAft>
                <a:spcPts val="0"/>
              </a:spcAft>
              <a:buSzPts val="2800"/>
              <a:buChar char="•"/>
            </a:pPr>
            <a:r>
              <a:rPr lang="en-US" sz="2800"/>
              <a:t>Lochinvar provides a budget of $2k</a:t>
            </a:r>
            <a:endParaRPr sz="2800"/>
          </a:p>
        </p:txBody>
      </p:sp>
      <p:sp>
        <p:nvSpPr>
          <p:cNvPr id="140" name="Google Shape;140;p2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41" name="Google Shape;141;p20" title="Lochinvar_Logo.png"/>
          <p:cNvPicPr preferRelativeResize="0"/>
          <p:nvPr/>
        </p:nvPicPr>
        <p:blipFill rotWithShape="1">
          <a:blip r:embed="rId3">
            <a:alphaModFix/>
          </a:blip>
          <a:srcRect b="24994" l="0" r="0" t="28383"/>
          <a:stretch/>
        </p:blipFill>
        <p:spPr>
          <a:xfrm>
            <a:off x="5108050" y="0"/>
            <a:ext cx="7083949" cy="18877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1"/>
          <p:cNvSpPr txBox="1"/>
          <p:nvPr>
            <p:ph type="title"/>
          </p:nvPr>
        </p:nvSpPr>
        <p:spPr>
          <a:xfrm>
            <a:off x="1322950" y="2318450"/>
            <a:ext cx="10515600" cy="13257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PT Sans"/>
              <a:buNone/>
            </a:pPr>
            <a:r>
              <a:rPr lang="en-US" sz="10000"/>
              <a:t>Problem Formulation</a:t>
            </a:r>
            <a:endParaRPr sz="10000"/>
          </a:p>
        </p:txBody>
      </p:sp>
      <p:sp>
        <p:nvSpPr>
          <p:cNvPr id="147" name="Google Shape;147;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2"/>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T Sans"/>
              <a:buNone/>
            </a:pPr>
            <a:r>
              <a:rPr lang="en-US"/>
              <a:t>Specifications </a:t>
            </a:r>
            <a:endParaRPr/>
          </a:p>
        </p:txBody>
      </p:sp>
      <p:sp>
        <p:nvSpPr>
          <p:cNvPr id="153" name="Google Shape;153;p22"/>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fontScale="85000" lnSpcReduction="20000"/>
          </a:bodyPr>
          <a:lstStyle/>
          <a:p>
            <a:pPr indent="-379730" lvl="0" marL="457200" rtl="0" algn="l">
              <a:lnSpc>
                <a:spcPct val="90000"/>
              </a:lnSpc>
              <a:spcBef>
                <a:spcPts val="1000"/>
              </a:spcBef>
              <a:spcAft>
                <a:spcPts val="0"/>
              </a:spcAft>
              <a:buSzPct val="100000"/>
              <a:buFont typeface="PT Sans"/>
              <a:buAutoNum type="arabicPeriod"/>
            </a:pPr>
            <a:r>
              <a:rPr lang="en-US"/>
              <a:t>This controller shall have multiple power settings similar to induction </a:t>
            </a:r>
            <a:r>
              <a:rPr lang="en-US"/>
              <a:t>cooktops</a:t>
            </a:r>
            <a:endParaRPr/>
          </a:p>
          <a:p>
            <a:pPr indent="0" lvl="0" marL="0" rtl="0" algn="l">
              <a:lnSpc>
                <a:spcPct val="90000"/>
              </a:lnSpc>
              <a:spcBef>
                <a:spcPts val="1000"/>
              </a:spcBef>
              <a:spcAft>
                <a:spcPts val="0"/>
              </a:spcAft>
              <a:buNone/>
            </a:pPr>
            <a:r>
              <a:t/>
            </a:r>
            <a:endParaRPr/>
          </a:p>
          <a:p>
            <a:pPr indent="-379730" lvl="0" marL="457200" rtl="0" algn="l">
              <a:lnSpc>
                <a:spcPct val="90000"/>
              </a:lnSpc>
              <a:spcBef>
                <a:spcPts val="1000"/>
              </a:spcBef>
              <a:spcAft>
                <a:spcPts val="0"/>
              </a:spcAft>
              <a:buSzPct val="100000"/>
              <a:buFont typeface="PT Sans"/>
              <a:buAutoNum type="arabicPeriod"/>
            </a:pPr>
            <a:r>
              <a:rPr lang="en-US"/>
              <a:t>This controller shall be capable of inducing surface eddy currents and internal heating</a:t>
            </a:r>
            <a:endParaRPr/>
          </a:p>
          <a:p>
            <a:pPr indent="0" lvl="0" marL="0" rtl="0" algn="l">
              <a:lnSpc>
                <a:spcPct val="90000"/>
              </a:lnSpc>
              <a:spcBef>
                <a:spcPts val="1000"/>
              </a:spcBef>
              <a:spcAft>
                <a:spcPts val="0"/>
              </a:spcAft>
              <a:buNone/>
            </a:pPr>
            <a:r>
              <a:t/>
            </a:r>
            <a:endParaRPr/>
          </a:p>
          <a:p>
            <a:pPr indent="-379730" lvl="0" marL="457200" rtl="0" algn="l">
              <a:lnSpc>
                <a:spcPct val="90000"/>
              </a:lnSpc>
              <a:spcBef>
                <a:spcPts val="1000"/>
              </a:spcBef>
              <a:spcAft>
                <a:spcPts val="0"/>
              </a:spcAft>
              <a:buSzPct val="100000"/>
              <a:buFont typeface="PT Sans"/>
              <a:buAutoNum type="arabicPeriod"/>
            </a:pPr>
            <a:r>
              <a:rPr lang="en-US"/>
              <a:t>The controller shall test circular bar stock and standard black pipe thermocouple in such a manner to validate the success of the heating</a:t>
            </a:r>
            <a:endParaRPr/>
          </a:p>
          <a:p>
            <a:pPr indent="0" lvl="0" marL="0" rtl="0" algn="l">
              <a:lnSpc>
                <a:spcPct val="90000"/>
              </a:lnSpc>
              <a:spcBef>
                <a:spcPts val="1000"/>
              </a:spcBef>
              <a:spcAft>
                <a:spcPts val="0"/>
              </a:spcAft>
              <a:buNone/>
            </a:pPr>
            <a:r>
              <a:t/>
            </a:r>
            <a:endParaRPr/>
          </a:p>
          <a:p>
            <a:pPr indent="-379730" lvl="0" marL="457200" rtl="0" algn="l">
              <a:lnSpc>
                <a:spcPct val="90000"/>
              </a:lnSpc>
              <a:spcBef>
                <a:spcPts val="1000"/>
              </a:spcBef>
              <a:spcAft>
                <a:spcPts val="0"/>
              </a:spcAft>
              <a:buSzPct val="100000"/>
              <a:buFont typeface="PT Sans"/>
              <a:buAutoNum type="arabicPeriod"/>
            </a:pPr>
            <a:r>
              <a:rPr lang="en-US"/>
              <a:t>This controller shall measure total electrical power consumed</a:t>
            </a:r>
            <a:endParaRPr/>
          </a:p>
          <a:p>
            <a:pPr indent="0" lvl="0" marL="0" rtl="0" algn="l">
              <a:lnSpc>
                <a:spcPct val="90000"/>
              </a:lnSpc>
              <a:spcBef>
                <a:spcPts val="1000"/>
              </a:spcBef>
              <a:spcAft>
                <a:spcPts val="0"/>
              </a:spcAft>
              <a:buNone/>
            </a:pPr>
            <a:r>
              <a:t/>
            </a:r>
            <a:endParaRPr/>
          </a:p>
          <a:p>
            <a:pPr indent="-379730" lvl="0" marL="457200" rtl="0" algn="l">
              <a:lnSpc>
                <a:spcPct val="90000"/>
              </a:lnSpc>
              <a:spcBef>
                <a:spcPts val="1000"/>
              </a:spcBef>
              <a:spcAft>
                <a:spcPts val="0"/>
              </a:spcAft>
              <a:buSzPct val="100000"/>
              <a:buFont typeface="PT Sans"/>
              <a:buAutoNum type="arabicPeriod"/>
            </a:pPr>
            <a:r>
              <a:rPr lang="en-US"/>
              <a:t>This controller shall measure the total temperature rise of the metal. </a:t>
            </a:r>
            <a:endParaRPr/>
          </a:p>
        </p:txBody>
      </p:sp>
      <p:sp>
        <p:nvSpPr>
          <p:cNvPr id="154" name="Google Shape;154;p22"/>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3"/>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T Sans"/>
              <a:buNone/>
            </a:pPr>
            <a:r>
              <a:rPr lang="en-US"/>
              <a:t>Constraints</a:t>
            </a:r>
            <a:endParaRPr/>
          </a:p>
        </p:txBody>
      </p:sp>
      <p:sp>
        <p:nvSpPr>
          <p:cNvPr id="160" name="Google Shape;160;p23"/>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lnSpcReduction="10000"/>
          </a:bodyPr>
          <a:lstStyle/>
          <a:p>
            <a:pPr indent="-406400" lvl="0" marL="457200" rtl="0" algn="l">
              <a:spcBef>
                <a:spcPts val="1000"/>
              </a:spcBef>
              <a:spcAft>
                <a:spcPts val="0"/>
              </a:spcAft>
              <a:buSzPts val="2800"/>
              <a:buChar char="•"/>
            </a:pPr>
            <a:r>
              <a:rPr lang="en-US" sz="2800"/>
              <a:t>Applicable NEC standards</a:t>
            </a:r>
            <a:endParaRPr sz="2800"/>
          </a:p>
          <a:p>
            <a:pPr indent="0" lvl="0" marL="0" rtl="0" algn="l">
              <a:spcBef>
                <a:spcPts val="1000"/>
              </a:spcBef>
              <a:spcAft>
                <a:spcPts val="0"/>
              </a:spcAft>
              <a:buNone/>
            </a:pPr>
            <a:r>
              <a:t/>
            </a:r>
            <a:endParaRPr/>
          </a:p>
          <a:p>
            <a:pPr indent="-406400" lvl="1" marL="914400" rtl="0" algn="l">
              <a:lnSpc>
                <a:spcPct val="90000"/>
              </a:lnSpc>
              <a:spcBef>
                <a:spcPts val="1000"/>
              </a:spcBef>
              <a:spcAft>
                <a:spcPts val="0"/>
              </a:spcAft>
              <a:buSzPts val="2800"/>
              <a:buChar char="•"/>
            </a:pPr>
            <a:r>
              <a:rPr lang="en-US" sz="2800"/>
              <a:t>When the controller is set to “off” it should not be able to energize </a:t>
            </a:r>
            <a:r>
              <a:rPr lang="en-US" sz="2800"/>
              <a:t>automatically</a:t>
            </a:r>
            <a:r>
              <a:rPr lang="en-US" sz="2800"/>
              <a:t> and should open all ungrounded conductors</a:t>
            </a:r>
            <a:endParaRPr sz="2800"/>
          </a:p>
          <a:p>
            <a:pPr indent="0" lvl="0" marL="0" rtl="0" algn="l">
              <a:lnSpc>
                <a:spcPct val="90000"/>
              </a:lnSpc>
              <a:spcBef>
                <a:spcPts val="1000"/>
              </a:spcBef>
              <a:spcAft>
                <a:spcPts val="0"/>
              </a:spcAft>
              <a:buNone/>
            </a:pPr>
            <a:r>
              <a:t/>
            </a:r>
            <a:endParaRPr/>
          </a:p>
          <a:p>
            <a:pPr indent="-406400" lvl="1" marL="914400" rtl="0" algn="l">
              <a:lnSpc>
                <a:spcPct val="90000"/>
              </a:lnSpc>
              <a:spcBef>
                <a:spcPts val="1000"/>
              </a:spcBef>
              <a:spcAft>
                <a:spcPts val="0"/>
              </a:spcAft>
              <a:buSzPts val="2800"/>
              <a:buChar char="•"/>
            </a:pPr>
            <a:r>
              <a:rPr lang="en-US" sz="2800"/>
              <a:t>Control Panel should be dead front construction and any accessible part of the heating equipment should not exceed 50 V</a:t>
            </a:r>
            <a:endParaRPr sz="2800"/>
          </a:p>
          <a:p>
            <a:pPr indent="0" lvl="0" marL="457200" rtl="0" algn="l">
              <a:lnSpc>
                <a:spcPct val="90000"/>
              </a:lnSpc>
              <a:spcBef>
                <a:spcPts val="1000"/>
              </a:spcBef>
              <a:spcAft>
                <a:spcPts val="0"/>
              </a:spcAft>
              <a:buNone/>
            </a:pPr>
            <a:r>
              <a:t/>
            </a:r>
            <a:endParaRPr/>
          </a:p>
        </p:txBody>
      </p:sp>
      <p:sp>
        <p:nvSpPr>
          <p:cNvPr id="161" name="Google Shape;161;p23"/>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4"/>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T Sans"/>
              <a:buNone/>
            </a:pPr>
            <a:r>
              <a:rPr lang="en-US"/>
              <a:t>Constraints</a:t>
            </a:r>
            <a:endParaRPr/>
          </a:p>
        </p:txBody>
      </p:sp>
      <p:sp>
        <p:nvSpPr>
          <p:cNvPr id="167" name="Google Shape;167;p24"/>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406400" lvl="0" marL="457200" rtl="0" algn="l">
              <a:spcBef>
                <a:spcPts val="1000"/>
              </a:spcBef>
              <a:spcAft>
                <a:spcPts val="0"/>
              </a:spcAft>
              <a:buSzPts val="2800"/>
              <a:buChar char="•"/>
            </a:pPr>
            <a:r>
              <a:rPr lang="en-US"/>
              <a:t>The system must be able to run on a 240 Volt system to simulate a real world application.</a:t>
            </a:r>
            <a:endParaRPr/>
          </a:p>
          <a:p>
            <a:pPr indent="0" lvl="0" marL="0" rtl="0" algn="l">
              <a:spcBef>
                <a:spcPts val="1000"/>
              </a:spcBef>
              <a:spcAft>
                <a:spcPts val="0"/>
              </a:spcAft>
              <a:buNone/>
            </a:pPr>
            <a:r>
              <a:t/>
            </a:r>
            <a:endParaRPr/>
          </a:p>
          <a:p>
            <a:pPr indent="-406400" lvl="0" marL="457200" rtl="0" algn="l">
              <a:spcBef>
                <a:spcPts val="1000"/>
              </a:spcBef>
              <a:spcAft>
                <a:spcPts val="0"/>
              </a:spcAft>
              <a:buSzPts val="2800"/>
              <a:buChar char="•"/>
            </a:pPr>
            <a:r>
              <a:rPr lang="en-US"/>
              <a:t>Component temperatures</a:t>
            </a:r>
            <a:r>
              <a:rPr lang="en-US"/>
              <a:t> must be less than 100 degrees </a:t>
            </a:r>
            <a:r>
              <a:rPr lang="en-US"/>
              <a:t>Celsius </a:t>
            </a:r>
            <a:endParaRPr/>
          </a:p>
          <a:p>
            <a:pPr indent="0" lvl="0" marL="0" rtl="0" algn="l">
              <a:spcBef>
                <a:spcPts val="1000"/>
              </a:spcBef>
              <a:spcAft>
                <a:spcPts val="0"/>
              </a:spcAft>
              <a:buNone/>
            </a:pPr>
            <a:r>
              <a:t/>
            </a:r>
            <a:endParaRPr/>
          </a:p>
          <a:p>
            <a:pPr indent="-406400" lvl="0" marL="457200" rtl="0" algn="l">
              <a:spcBef>
                <a:spcPts val="1000"/>
              </a:spcBef>
              <a:spcAft>
                <a:spcPts val="0"/>
              </a:spcAft>
              <a:buSzPts val="2800"/>
              <a:buChar char="•"/>
            </a:pPr>
            <a:r>
              <a:rPr lang="en-US"/>
              <a:t>Entire project must stay within budget</a:t>
            </a:r>
            <a:endParaRPr/>
          </a:p>
        </p:txBody>
      </p:sp>
      <p:sp>
        <p:nvSpPr>
          <p:cNvPr id="168" name="Google Shape;168;p2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5"/>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Measures of Success</a:t>
            </a:r>
            <a:endParaRPr/>
          </a:p>
        </p:txBody>
      </p:sp>
      <p:sp>
        <p:nvSpPr>
          <p:cNvPr id="175" name="Google Shape;175;p25"/>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342900" lvl="0" marL="457200" rtl="0" algn="l">
              <a:spcBef>
                <a:spcPts val="1000"/>
              </a:spcBef>
              <a:spcAft>
                <a:spcPts val="0"/>
              </a:spcAft>
              <a:buSzPts val="1800"/>
              <a:buChar char="•"/>
            </a:pPr>
            <a:r>
              <a:rPr lang="en-US"/>
              <a:t>The c</a:t>
            </a:r>
            <a:r>
              <a:rPr lang="en-US"/>
              <a:t>ontroller is capable of inducing eddy currents to validate the success of heating.</a:t>
            </a:r>
            <a:endParaRPr/>
          </a:p>
          <a:p>
            <a:pPr indent="0" lvl="0" marL="457200" rtl="0" algn="l">
              <a:spcBef>
                <a:spcPts val="1000"/>
              </a:spcBef>
              <a:spcAft>
                <a:spcPts val="0"/>
              </a:spcAft>
              <a:buNone/>
            </a:pPr>
            <a:r>
              <a:t/>
            </a:r>
            <a:endParaRPr/>
          </a:p>
          <a:p>
            <a:pPr indent="-342900" lvl="0" marL="457200" rtl="0" algn="l">
              <a:spcBef>
                <a:spcPts val="1000"/>
              </a:spcBef>
              <a:spcAft>
                <a:spcPts val="0"/>
              </a:spcAft>
              <a:buSzPts val="1800"/>
              <a:buChar char="•"/>
            </a:pPr>
            <a:r>
              <a:rPr lang="en-US"/>
              <a:t>Power level supplied to load is available to user on display.</a:t>
            </a:r>
            <a:endParaRPr/>
          </a:p>
          <a:p>
            <a:pPr indent="0" lvl="0" marL="457200" rtl="0" algn="l">
              <a:spcBef>
                <a:spcPts val="1000"/>
              </a:spcBef>
              <a:spcAft>
                <a:spcPts val="0"/>
              </a:spcAft>
              <a:buNone/>
            </a:pPr>
            <a:r>
              <a:t/>
            </a:r>
            <a:endParaRPr/>
          </a:p>
          <a:p>
            <a:pPr indent="-342900" lvl="0" marL="457200" rtl="0" algn="l">
              <a:spcBef>
                <a:spcPts val="1000"/>
              </a:spcBef>
              <a:spcAft>
                <a:spcPts val="0"/>
              </a:spcAft>
              <a:buSzPts val="1800"/>
              <a:buChar char="•"/>
            </a:pPr>
            <a:r>
              <a:rPr lang="en-US"/>
              <a:t>Total temperature rise of the metal is measured and outputted to user.</a:t>
            </a:r>
            <a:endParaRPr/>
          </a:p>
        </p:txBody>
      </p:sp>
      <p:sp>
        <p:nvSpPr>
          <p:cNvPr id="176" name="Google Shape;176;p25"/>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T Sans"/>
              <a:buNone/>
            </a:pPr>
            <a:r>
              <a:rPr lang="en-US"/>
              <a:t>Outline</a:t>
            </a:r>
            <a:endParaRPr/>
          </a:p>
        </p:txBody>
      </p:sp>
      <p:sp>
        <p:nvSpPr>
          <p:cNvPr id="182" name="Google Shape;182;p2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Problem Formulation</a:t>
            </a:r>
            <a:endParaRPr/>
          </a:p>
          <a:p>
            <a:pPr indent="-228600" lvl="0" marL="228600" rtl="0" algn="l">
              <a:lnSpc>
                <a:spcPct val="90000"/>
              </a:lnSpc>
              <a:spcBef>
                <a:spcPts val="1000"/>
              </a:spcBef>
              <a:spcAft>
                <a:spcPts val="0"/>
              </a:spcAft>
              <a:buClr>
                <a:schemeClr val="dk1"/>
              </a:buClr>
              <a:buSzPts val="2800"/>
              <a:buChar char="•"/>
            </a:pPr>
            <a:r>
              <a:rPr b="1" lang="en-US"/>
              <a:t>Standards, Ethics, and Broader Impacts</a:t>
            </a:r>
            <a:endParaRPr/>
          </a:p>
          <a:p>
            <a:pPr indent="-228600" lvl="0" marL="228600" rtl="0" algn="l">
              <a:lnSpc>
                <a:spcPct val="90000"/>
              </a:lnSpc>
              <a:spcBef>
                <a:spcPts val="1000"/>
              </a:spcBef>
              <a:spcAft>
                <a:spcPts val="0"/>
              </a:spcAft>
              <a:buClr>
                <a:schemeClr val="dk1"/>
              </a:buClr>
              <a:buSzPts val="2800"/>
              <a:buChar char="•"/>
            </a:pPr>
            <a:r>
              <a:rPr lang="en-US"/>
              <a:t>Overview of Conceptual Design</a:t>
            </a:r>
            <a:endParaRPr/>
          </a:p>
          <a:p>
            <a:pPr indent="-228600" lvl="0" marL="228600" rtl="0" algn="l">
              <a:lnSpc>
                <a:spcPct val="90000"/>
              </a:lnSpc>
              <a:spcBef>
                <a:spcPts val="1000"/>
              </a:spcBef>
              <a:spcAft>
                <a:spcPts val="0"/>
              </a:spcAft>
              <a:buClr>
                <a:schemeClr val="dk1"/>
              </a:buClr>
              <a:buSzPts val="2800"/>
              <a:buChar char="•"/>
            </a:pPr>
            <a:r>
              <a:rPr lang="en-US"/>
              <a:t>Detailed Design</a:t>
            </a:r>
            <a:endParaRPr/>
          </a:p>
        </p:txBody>
      </p:sp>
      <p:sp>
        <p:nvSpPr>
          <p:cNvPr id="183" name="Google Shape;183;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7"/>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T Sans"/>
              <a:buNone/>
            </a:pPr>
            <a:r>
              <a:rPr lang="en-US"/>
              <a:t>Standards, Ethics, and Broader Impacts</a:t>
            </a:r>
            <a:endParaRPr/>
          </a:p>
        </p:txBody>
      </p:sp>
      <p:sp>
        <p:nvSpPr>
          <p:cNvPr id="189" name="Google Shape;189;p27"/>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lnSpcReduction="20000"/>
          </a:bodyPr>
          <a:lstStyle/>
          <a:p>
            <a:pPr indent="-228600" lvl="0" marL="228600" rtl="0" algn="l">
              <a:lnSpc>
                <a:spcPct val="90000"/>
              </a:lnSpc>
              <a:spcBef>
                <a:spcPts val="1000"/>
              </a:spcBef>
              <a:spcAft>
                <a:spcPts val="0"/>
              </a:spcAft>
              <a:buClr>
                <a:schemeClr val="dk1"/>
              </a:buClr>
              <a:buSzPts val="2800"/>
              <a:buFont typeface="PT Sans"/>
              <a:buChar char="•"/>
            </a:pPr>
            <a:r>
              <a:rPr lang="en-US"/>
              <a:t>Electrical Safety</a:t>
            </a:r>
            <a:endParaRPr/>
          </a:p>
          <a:p>
            <a:pPr indent="-292100" lvl="1" marL="685800" rtl="0" algn="l">
              <a:lnSpc>
                <a:spcPct val="90000"/>
              </a:lnSpc>
              <a:spcBef>
                <a:spcPts val="1000"/>
              </a:spcBef>
              <a:spcAft>
                <a:spcPts val="0"/>
              </a:spcAft>
              <a:buClr>
                <a:schemeClr val="dk1"/>
              </a:buClr>
              <a:buSzPts val="2800"/>
              <a:buFont typeface="PT Sans"/>
              <a:buChar char="•"/>
            </a:pPr>
            <a:r>
              <a:rPr lang="en-US" sz="2800"/>
              <a:t>Electric Shock Risk from the pipe and coil is relatively low, but risk remains from the power supplied to the coil </a:t>
            </a:r>
            <a:endParaRPr/>
          </a:p>
          <a:p>
            <a:pPr indent="0" lvl="0" marL="0" rtl="0" algn="l">
              <a:lnSpc>
                <a:spcPct val="90000"/>
              </a:lnSpc>
              <a:spcBef>
                <a:spcPts val="1000"/>
              </a:spcBef>
              <a:spcAft>
                <a:spcPts val="0"/>
              </a:spcAft>
              <a:buNone/>
            </a:pPr>
            <a:r>
              <a:t/>
            </a:r>
            <a:endParaRPr/>
          </a:p>
          <a:p>
            <a:pPr indent="-228600" lvl="0" marL="228600" rtl="0" algn="l">
              <a:lnSpc>
                <a:spcPct val="90000"/>
              </a:lnSpc>
              <a:spcBef>
                <a:spcPts val="1000"/>
              </a:spcBef>
              <a:spcAft>
                <a:spcPts val="0"/>
              </a:spcAft>
              <a:buSzPts val="2800"/>
              <a:buFont typeface="PT Sans"/>
              <a:buChar char="•"/>
            </a:pPr>
            <a:r>
              <a:rPr lang="en-US"/>
              <a:t>Thermal Safety </a:t>
            </a:r>
            <a:endParaRPr/>
          </a:p>
          <a:p>
            <a:pPr indent="-292100" lvl="1" marL="685800" rtl="0" algn="l">
              <a:spcBef>
                <a:spcPts val="500"/>
              </a:spcBef>
              <a:spcAft>
                <a:spcPts val="0"/>
              </a:spcAft>
              <a:buSzPts val="2800"/>
              <a:buFont typeface="PT Sans"/>
              <a:buChar char="•"/>
            </a:pPr>
            <a:r>
              <a:rPr lang="en-US" sz="2800"/>
              <a:t>Induction heating can reach very high </a:t>
            </a:r>
            <a:r>
              <a:rPr lang="en-US" sz="2800"/>
              <a:t>temperatures very quickly, which makes the heat of the pipe a concern. </a:t>
            </a:r>
            <a:endParaRPr sz="2800"/>
          </a:p>
          <a:p>
            <a:pPr indent="0" lvl="0" marL="0" rtl="0" algn="l">
              <a:spcBef>
                <a:spcPts val="1000"/>
              </a:spcBef>
              <a:spcAft>
                <a:spcPts val="0"/>
              </a:spcAft>
              <a:buNone/>
            </a:pPr>
            <a:r>
              <a:t/>
            </a:r>
            <a:endParaRPr sz="2800"/>
          </a:p>
          <a:p>
            <a:pPr indent="-292100" lvl="0" marL="228600" rtl="0" algn="l">
              <a:spcBef>
                <a:spcPts val="1000"/>
              </a:spcBef>
              <a:spcAft>
                <a:spcPts val="0"/>
              </a:spcAft>
              <a:buSzPts val="2800"/>
              <a:buChar char="•"/>
            </a:pPr>
            <a:r>
              <a:rPr lang="en-US" sz="2800"/>
              <a:t>Proper isolation of the workpiece and people is needed</a:t>
            </a:r>
            <a:r>
              <a:rPr lang="en-US"/>
              <a:t> to mitigate risk of injury.</a:t>
            </a:r>
            <a:endParaRPr sz="2800"/>
          </a:p>
          <a:p>
            <a:pPr indent="0" lvl="0" marL="0" rtl="0" algn="l">
              <a:lnSpc>
                <a:spcPct val="90000"/>
              </a:lnSpc>
              <a:spcBef>
                <a:spcPts val="1000"/>
              </a:spcBef>
              <a:spcAft>
                <a:spcPts val="0"/>
              </a:spcAft>
              <a:buNone/>
            </a:pPr>
            <a:r>
              <a:t/>
            </a:r>
            <a:endParaRPr/>
          </a:p>
        </p:txBody>
      </p:sp>
      <p:sp>
        <p:nvSpPr>
          <p:cNvPr id="190" name="Google Shape;190;p27"/>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28"/>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T Sans"/>
              <a:buNone/>
            </a:pPr>
            <a:r>
              <a:rPr lang="en-US"/>
              <a:t>Standards, Ethics, and Broader Impacts</a:t>
            </a:r>
            <a:endParaRPr/>
          </a:p>
        </p:txBody>
      </p:sp>
      <p:sp>
        <p:nvSpPr>
          <p:cNvPr id="196" name="Google Shape;196;p28"/>
          <p:cNvSpPr txBox="1"/>
          <p:nvPr>
            <p:ph idx="1" type="body"/>
          </p:nvPr>
        </p:nvSpPr>
        <p:spPr>
          <a:xfrm>
            <a:off x="838200" y="1825625"/>
            <a:ext cx="10515600" cy="4783800"/>
          </a:xfrm>
          <a:prstGeom prst="rect">
            <a:avLst/>
          </a:prstGeom>
          <a:noFill/>
          <a:ln>
            <a:noFill/>
          </a:ln>
        </p:spPr>
        <p:txBody>
          <a:bodyPr anchorCtr="0" anchor="t" bIns="45700" lIns="91425" spcFirstLastPara="1" rIns="91425" wrap="square" tIns="45700">
            <a:normAutofit fontScale="92500" lnSpcReduction="20000"/>
          </a:bodyPr>
          <a:lstStyle/>
          <a:p>
            <a:pPr indent="-215265" lvl="0" marL="228600" rtl="0" algn="l">
              <a:lnSpc>
                <a:spcPct val="90000"/>
              </a:lnSpc>
              <a:spcBef>
                <a:spcPts val="1000"/>
              </a:spcBef>
              <a:spcAft>
                <a:spcPts val="0"/>
              </a:spcAft>
              <a:buClr>
                <a:schemeClr val="dk1"/>
              </a:buClr>
              <a:buSzPct val="100000"/>
              <a:buFont typeface="PT Sans"/>
              <a:buChar char="•"/>
            </a:pPr>
            <a:r>
              <a:rPr lang="en-US"/>
              <a:t>Electrical and Thermal Solutions</a:t>
            </a:r>
            <a:endParaRPr/>
          </a:p>
          <a:p>
            <a:pPr indent="-278765" lvl="1" marL="685800" rtl="0" algn="l">
              <a:spcBef>
                <a:spcPts val="1000"/>
              </a:spcBef>
              <a:spcAft>
                <a:spcPts val="0"/>
              </a:spcAft>
              <a:buSzPct val="100000"/>
              <a:buChar char="•"/>
            </a:pPr>
            <a:r>
              <a:rPr lang="en-US" sz="2800"/>
              <a:t>These concerns are primarily addressed by providing a nonconducting enclosure to reduce the risk of shock and burns. (NEC Article 665)</a:t>
            </a:r>
            <a:endParaRPr sz="2800"/>
          </a:p>
          <a:p>
            <a:pPr indent="0" lvl="0" marL="0" rtl="0" algn="l">
              <a:spcBef>
                <a:spcPts val="1000"/>
              </a:spcBef>
              <a:spcAft>
                <a:spcPts val="0"/>
              </a:spcAft>
              <a:buNone/>
            </a:pPr>
            <a:r>
              <a:t/>
            </a:r>
            <a:endParaRPr sz="2800"/>
          </a:p>
          <a:p>
            <a:pPr indent="-278765" lvl="0" marL="228600" rtl="0" algn="l">
              <a:spcBef>
                <a:spcPts val="1000"/>
              </a:spcBef>
              <a:spcAft>
                <a:spcPts val="0"/>
              </a:spcAft>
              <a:buSzPct val="100000"/>
              <a:buFont typeface="PT Sans"/>
              <a:buChar char="•"/>
            </a:pPr>
            <a:r>
              <a:rPr lang="en-US"/>
              <a:t>PCB Standards</a:t>
            </a:r>
            <a:endParaRPr/>
          </a:p>
          <a:p>
            <a:pPr indent="-278765" lvl="1" marL="685800" rtl="0" algn="l">
              <a:spcBef>
                <a:spcPts val="1000"/>
              </a:spcBef>
              <a:spcAft>
                <a:spcPts val="0"/>
              </a:spcAft>
              <a:buSzPct val="100000"/>
              <a:buChar char="•"/>
            </a:pPr>
            <a:r>
              <a:rPr lang="en-US" sz="2800"/>
              <a:t>Proper spacing, labeling, and layered isolation on the PCB are required to prevent electrical shock, arcing, and ensure safe operation</a:t>
            </a:r>
            <a:endParaRPr sz="2800"/>
          </a:p>
          <a:p>
            <a:pPr indent="0" lvl="0" marL="685800" rtl="0" algn="l">
              <a:spcBef>
                <a:spcPts val="1000"/>
              </a:spcBef>
              <a:spcAft>
                <a:spcPts val="0"/>
              </a:spcAft>
              <a:buNone/>
            </a:pPr>
            <a:r>
              <a:t/>
            </a:r>
            <a:endParaRPr sz="2800"/>
          </a:p>
          <a:p>
            <a:pPr indent="-278765" lvl="0" marL="228600" rtl="0" algn="l">
              <a:spcBef>
                <a:spcPts val="1000"/>
              </a:spcBef>
              <a:spcAft>
                <a:spcPts val="0"/>
              </a:spcAft>
              <a:buSzPct val="100000"/>
              <a:buChar char="•"/>
            </a:pPr>
            <a:r>
              <a:rPr lang="en-US"/>
              <a:t>Parts need to be available from multiple vendors to prevent any supply chain risk issues</a:t>
            </a:r>
            <a:endParaRPr sz="2800"/>
          </a:p>
          <a:p>
            <a:pPr indent="0" lvl="0" marL="0" rtl="0" algn="l">
              <a:lnSpc>
                <a:spcPct val="90000"/>
              </a:lnSpc>
              <a:spcBef>
                <a:spcPts val="1000"/>
              </a:spcBef>
              <a:spcAft>
                <a:spcPts val="0"/>
              </a:spcAft>
              <a:buNone/>
            </a:pPr>
            <a:r>
              <a:t/>
            </a:r>
            <a:endParaRPr/>
          </a:p>
        </p:txBody>
      </p:sp>
      <p:sp>
        <p:nvSpPr>
          <p:cNvPr id="197" name="Google Shape;197;p28"/>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T Sans"/>
              <a:buNone/>
            </a:pPr>
            <a:r>
              <a:rPr lang="en-US"/>
              <a:t>Outline</a:t>
            </a:r>
            <a:endParaRPr/>
          </a:p>
        </p:txBody>
      </p:sp>
      <p:sp>
        <p:nvSpPr>
          <p:cNvPr id="203" name="Google Shape;203;p2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Problem Formulation</a:t>
            </a:r>
            <a:endParaRPr/>
          </a:p>
          <a:p>
            <a:pPr indent="-228600" lvl="0" marL="228600" rtl="0" algn="l">
              <a:lnSpc>
                <a:spcPct val="90000"/>
              </a:lnSpc>
              <a:spcBef>
                <a:spcPts val="1000"/>
              </a:spcBef>
              <a:spcAft>
                <a:spcPts val="0"/>
              </a:spcAft>
              <a:buClr>
                <a:schemeClr val="dk1"/>
              </a:buClr>
              <a:buSzPts val="2800"/>
              <a:buChar char="•"/>
            </a:pPr>
            <a:r>
              <a:rPr lang="en-US"/>
              <a:t>Standards, Ethics, and Broader Impacts</a:t>
            </a:r>
            <a:endParaRPr/>
          </a:p>
          <a:p>
            <a:pPr indent="-228600" lvl="0" marL="228600" rtl="0" algn="l">
              <a:lnSpc>
                <a:spcPct val="90000"/>
              </a:lnSpc>
              <a:spcBef>
                <a:spcPts val="1000"/>
              </a:spcBef>
              <a:spcAft>
                <a:spcPts val="0"/>
              </a:spcAft>
              <a:buClr>
                <a:schemeClr val="dk1"/>
              </a:buClr>
              <a:buSzPts val="2800"/>
              <a:buChar char="•"/>
            </a:pPr>
            <a:r>
              <a:rPr b="1" lang="en-US"/>
              <a:t>Overview of Conceptual Design</a:t>
            </a:r>
            <a:endParaRPr/>
          </a:p>
          <a:p>
            <a:pPr indent="-228600" lvl="0" marL="228600" rtl="0" algn="l">
              <a:lnSpc>
                <a:spcPct val="90000"/>
              </a:lnSpc>
              <a:spcBef>
                <a:spcPts val="1000"/>
              </a:spcBef>
              <a:spcAft>
                <a:spcPts val="0"/>
              </a:spcAft>
              <a:buClr>
                <a:schemeClr val="dk1"/>
              </a:buClr>
              <a:buSzPts val="2800"/>
              <a:buChar char="•"/>
            </a:pPr>
            <a:r>
              <a:rPr lang="en-US"/>
              <a:t>Detailed Design</a:t>
            </a:r>
            <a:endParaRPr/>
          </a:p>
        </p:txBody>
      </p:sp>
      <p:sp>
        <p:nvSpPr>
          <p:cNvPr id="204" name="Google Shape;204;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pic>
        <p:nvPicPr>
          <p:cNvPr id="209" name="Google Shape;209;p30"/>
          <p:cNvPicPr preferRelativeResize="0"/>
          <p:nvPr/>
        </p:nvPicPr>
        <p:blipFill>
          <a:blip r:embed="rId3">
            <a:alphaModFix/>
          </a:blip>
          <a:stretch>
            <a:fillRect/>
          </a:stretch>
        </p:blipFill>
        <p:spPr>
          <a:xfrm>
            <a:off x="1872125" y="0"/>
            <a:ext cx="8447751" cy="6607074"/>
          </a:xfrm>
          <a:prstGeom prst="rect">
            <a:avLst/>
          </a:prstGeom>
          <a:noFill/>
          <a:ln>
            <a:noFill/>
          </a:ln>
        </p:spPr>
      </p:pic>
      <p:sp>
        <p:nvSpPr>
          <p:cNvPr id="210" name="Google Shape;210;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11" name="Google Shape;211;p3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T Sans"/>
              <a:buNone/>
            </a:pPr>
            <a:r>
              <a:rPr lang="en-US"/>
              <a:t>Conceptual Design</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31"/>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Hardware Block Diagram</a:t>
            </a:r>
            <a:endParaRPr/>
          </a:p>
        </p:txBody>
      </p:sp>
      <p:sp>
        <p:nvSpPr>
          <p:cNvPr id="218" name="Google Shape;218;p31"/>
          <p:cNvSpPr txBox="1"/>
          <p:nvPr>
            <p:ph idx="1" type="body"/>
          </p:nvPr>
        </p:nvSpPr>
        <p:spPr>
          <a:xfrm>
            <a:off x="6225725" y="1848000"/>
            <a:ext cx="5128200" cy="4397100"/>
          </a:xfrm>
          <a:prstGeom prst="rect">
            <a:avLst/>
          </a:prstGeom>
        </p:spPr>
        <p:txBody>
          <a:bodyPr anchorCtr="0" anchor="t" bIns="45700" lIns="91425" spcFirstLastPara="1" rIns="91425" wrap="square" tIns="45700">
            <a:noAutofit/>
          </a:bodyPr>
          <a:lstStyle/>
          <a:p>
            <a:pPr indent="-329882" lvl="0" marL="457200" rtl="0" algn="l">
              <a:lnSpc>
                <a:spcPct val="70000"/>
              </a:lnSpc>
              <a:spcBef>
                <a:spcPts val="1000"/>
              </a:spcBef>
              <a:spcAft>
                <a:spcPts val="0"/>
              </a:spcAft>
              <a:buSzPts val="1595"/>
              <a:buChar char="•"/>
            </a:pPr>
            <a:r>
              <a:rPr lang="en-US" sz="2370"/>
              <a:t>Separate subsystems for power management, I/O interface, user controls, and display</a:t>
            </a:r>
            <a:endParaRPr sz="2370"/>
          </a:p>
          <a:p>
            <a:pPr indent="0" lvl="0" marL="457200" rtl="0" algn="l">
              <a:lnSpc>
                <a:spcPct val="70000"/>
              </a:lnSpc>
              <a:spcBef>
                <a:spcPts val="1000"/>
              </a:spcBef>
              <a:spcAft>
                <a:spcPts val="0"/>
              </a:spcAft>
              <a:buSzPts val="852"/>
              <a:buNone/>
            </a:pPr>
            <a:r>
              <a:t/>
            </a:r>
            <a:endParaRPr sz="2370"/>
          </a:p>
          <a:p>
            <a:pPr indent="-329882" lvl="0" marL="457200" rtl="0" algn="l">
              <a:lnSpc>
                <a:spcPct val="70000"/>
              </a:lnSpc>
              <a:spcBef>
                <a:spcPts val="1000"/>
              </a:spcBef>
              <a:spcAft>
                <a:spcPts val="0"/>
              </a:spcAft>
              <a:buSzPts val="1595"/>
              <a:buChar char="•"/>
            </a:pPr>
            <a:r>
              <a:rPr lang="en-US" sz="2370"/>
              <a:t>Power PCB handles power conversion and power transfer</a:t>
            </a:r>
            <a:endParaRPr sz="2370"/>
          </a:p>
          <a:p>
            <a:pPr indent="0" lvl="0" marL="457200" rtl="0" algn="l">
              <a:lnSpc>
                <a:spcPct val="70000"/>
              </a:lnSpc>
              <a:spcBef>
                <a:spcPts val="1000"/>
              </a:spcBef>
              <a:spcAft>
                <a:spcPts val="0"/>
              </a:spcAft>
              <a:buSzPts val="852"/>
              <a:buNone/>
            </a:pPr>
            <a:r>
              <a:t/>
            </a:r>
            <a:endParaRPr sz="2370"/>
          </a:p>
          <a:p>
            <a:pPr indent="-329882" lvl="0" marL="457200" rtl="0" algn="l">
              <a:lnSpc>
                <a:spcPct val="70000"/>
              </a:lnSpc>
              <a:spcBef>
                <a:spcPts val="1000"/>
              </a:spcBef>
              <a:spcAft>
                <a:spcPts val="0"/>
              </a:spcAft>
              <a:buSzPts val="1595"/>
              <a:buChar char="•"/>
            </a:pPr>
            <a:r>
              <a:rPr lang="en-US" sz="2370"/>
              <a:t>Terminal I/O Board provides signal conditioning and interface between power and control systems</a:t>
            </a:r>
            <a:endParaRPr sz="2370"/>
          </a:p>
          <a:p>
            <a:pPr indent="0" lvl="0" marL="457200" rtl="0" algn="l">
              <a:lnSpc>
                <a:spcPct val="70000"/>
              </a:lnSpc>
              <a:spcBef>
                <a:spcPts val="1000"/>
              </a:spcBef>
              <a:spcAft>
                <a:spcPts val="0"/>
              </a:spcAft>
              <a:buSzPts val="852"/>
              <a:buNone/>
            </a:pPr>
            <a:r>
              <a:t/>
            </a:r>
            <a:endParaRPr sz="2370"/>
          </a:p>
          <a:p>
            <a:pPr indent="-329882" lvl="0" marL="457200" rtl="0" algn="l">
              <a:lnSpc>
                <a:spcPct val="70000"/>
              </a:lnSpc>
              <a:spcBef>
                <a:spcPts val="1000"/>
              </a:spcBef>
              <a:spcAft>
                <a:spcPts val="0"/>
              </a:spcAft>
              <a:buSzPts val="1595"/>
              <a:buChar char="•"/>
            </a:pPr>
            <a:r>
              <a:rPr lang="en-US" sz="2370"/>
              <a:t>Bidirectional communication allows for real-time feedback and system monitoring</a:t>
            </a:r>
            <a:endParaRPr sz="2370"/>
          </a:p>
        </p:txBody>
      </p:sp>
      <p:sp>
        <p:nvSpPr>
          <p:cNvPr id="219" name="Google Shape;219;p31"/>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pic>
        <p:nvPicPr>
          <p:cNvPr id="220" name="Google Shape;220;p31" title="block diagram.jpg"/>
          <p:cNvPicPr preferRelativeResize="0"/>
          <p:nvPr/>
        </p:nvPicPr>
        <p:blipFill>
          <a:blip r:embed="rId3">
            <a:alphaModFix/>
          </a:blip>
          <a:stretch>
            <a:fillRect/>
          </a:stretch>
        </p:blipFill>
        <p:spPr>
          <a:xfrm>
            <a:off x="838200" y="1690826"/>
            <a:ext cx="5223301" cy="4442742"/>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3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T Sans"/>
              <a:buNone/>
            </a:pPr>
            <a:r>
              <a:rPr lang="en-US"/>
              <a:t>Outline</a:t>
            </a:r>
            <a:endParaRPr/>
          </a:p>
        </p:txBody>
      </p:sp>
      <p:sp>
        <p:nvSpPr>
          <p:cNvPr id="226" name="Google Shape;226;p3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Problem Formulation</a:t>
            </a:r>
            <a:endParaRPr/>
          </a:p>
          <a:p>
            <a:pPr indent="-228600" lvl="0" marL="228600" rtl="0" algn="l">
              <a:lnSpc>
                <a:spcPct val="90000"/>
              </a:lnSpc>
              <a:spcBef>
                <a:spcPts val="1000"/>
              </a:spcBef>
              <a:spcAft>
                <a:spcPts val="0"/>
              </a:spcAft>
              <a:buClr>
                <a:schemeClr val="dk1"/>
              </a:buClr>
              <a:buSzPts val="2800"/>
              <a:buChar char="•"/>
            </a:pPr>
            <a:r>
              <a:rPr lang="en-US"/>
              <a:t>Standards, Ethics, and Broader Impacts</a:t>
            </a:r>
            <a:endParaRPr/>
          </a:p>
          <a:p>
            <a:pPr indent="-228600" lvl="0" marL="228600" rtl="0" algn="l">
              <a:lnSpc>
                <a:spcPct val="90000"/>
              </a:lnSpc>
              <a:spcBef>
                <a:spcPts val="1000"/>
              </a:spcBef>
              <a:spcAft>
                <a:spcPts val="0"/>
              </a:spcAft>
              <a:buClr>
                <a:schemeClr val="dk1"/>
              </a:buClr>
              <a:buSzPts val="2800"/>
              <a:buChar char="•"/>
            </a:pPr>
            <a:r>
              <a:rPr lang="en-US"/>
              <a:t>Overview of Conceptual Design</a:t>
            </a:r>
            <a:endParaRPr/>
          </a:p>
          <a:p>
            <a:pPr indent="-228600" lvl="0" marL="228600" rtl="0" algn="l">
              <a:lnSpc>
                <a:spcPct val="90000"/>
              </a:lnSpc>
              <a:spcBef>
                <a:spcPts val="1000"/>
              </a:spcBef>
              <a:spcAft>
                <a:spcPts val="0"/>
              </a:spcAft>
              <a:buClr>
                <a:schemeClr val="dk1"/>
              </a:buClr>
              <a:buSzPts val="2800"/>
              <a:buChar char="•"/>
            </a:pPr>
            <a:r>
              <a:rPr b="1" lang="en-US"/>
              <a:t>Detailed Design</a:t>
            </a:r>
            <a:endParaRPr/>
          </a:p>
        </p:txBody>
      </p:sp>
      <p:sp>
        <p:nvSpPr>
          <p:cNvPr id="227" name="Google Shape;227;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33"/>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T Sans"/>
              <a:buNone/>
            </a:pPr>
            <a:r>
              <a:rPr lang="en-US"/>
              <a:t>Detailed Design - Power</a:t>
            </a:r>
            <a:endParaRPr/>
          </a:p>
        </p:txBody>
      </p:sp>
      <p:sp>
        <p:nvSpPr>
          <p:cNvPr id="233" name="Google Shape;233;p33"/>
          <p:cNvSpPr txBox="1"/>
          <p:nvPr>
            <p:ph idx="1" type="body"/>
          </p:nvPr>
        </p:nvSpPr>
        <p:spPr>
          <a:xfrm>
            <a:off x="182350" y="1517000"/>
            <a:ext cx="5423700" cy="5065800"/>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1000"/>
              </a:spcBef>
              <a:spcAft>
                <a:spcPts val="0"/>
              </a:spcAft>
              <a:buClr>
                <a:schemeClr val="dk1"/>
              </a:buClr>
              <a:buSzPts val="2800"/>
              <a:buChar char="•"/>
            </a:pPr>
            <a:r>
              <a:rPr lang="en-US"/>
              <a:t> Proper decoupling and smoothing for input power signals to components.</a:t>
            </a:r>
            <a:endParaRPr/>
          </a:p>
          <a:p>
            <a:pPr indent="-228600" lvl="0" marL="228600" rtl="0" algn="l">
              <a:lnSpc>
                <a:spcPct val="90000"/>
              </a:lnSpc>
              <a:spcBef>
                <a:spcPts val="1000"/>
              </a:spcBef>
              <a:spcAft>
                <a:spcPts val="0"/>
              </a:spcAft>
              <a:buClr>
                <a:schemeClr val="dk1"/>
              </a:buClr>
              <a:buSzPts val="2800"/>
              <a:buChar char="•"/>
            </a:pPr>
            <a:r>
              <a:rPr lang="en-US"/>
              <a:t> Ensures All passive components receive proper voltage.</a:t>
            </a:r>
            <a:endParaRPr/>
          </a:p>
          <a:p>
            <a:pPr indent="-228600" lvl="0" marL="228600" rtl="0" algn="l">
              <a:lnSpc>
                <a:spcPct val="90000"/>
              </a:lnSpc>
              <a:spcBef>
                <a:spcPts val="1000"/>
              </a:spcBef>
              <a:spcAft>
                <a:spcPts val="0"/>
              </a:spcAft>
              <a:buClr>
                <a:schemeClr val="dk1"/>
              </a:buClr>
              <a:buSzPts val="2800"/>
              <a:buChar char="•"/>
            </a:pPr>
            <a:r>
              <a:rPr lang="en-US"/>
              <a:t> Components are selected such that they are rated to handle the nominal and spike currents that are </a:t>
            </a:r>
            <a:r>
              <a:rPr lang="en-US"/>
              <a:t>generated within system.</a:t>
            </a:r>
            <a:endParaRPr/>
          </a:p>
          <a:p>
            <a:pPr indent="-228600" lvl="0" marL="228600" rtl="0" algn="l">
              <a:lnSpc>
                <a:spcPct val="90000"/>
              </a:lnSpc>
              <a:spcBef>
                <a:spcPts val="1000"/>
              </a:spcBef>
              <a:spcAft>
                <a:spcPts val="0"/>
              </a:spcAft>
              <a:buClr>
                <a:schemeClr val="dk1"/>
              </a:buClr>
              <a:buSzPts val="2800"/>
              <a:buChar char="•"/>
            </a:pPr>
            <a:r>
              <a:rPr lang="en-US"/>
              <a:t>Why is there a 12 and 15 VDC rail  instead of combining into a  single 15 VDC?</a:t>
            </a:r>
            <a:endParaRPr/>
          </a:p>
        </p:txBody>
      </p:sp>
      <p:sp>
        <p:nvSpPr>
          <p:cNvPr id="234" name="Google Shape;234;p33"/>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235" name="Google Shape;235;p33"/>
          <p:cNvPicPr preferRelativeResize="0"/>
          <p:nvPr/>
        </p:nvPicPr>
        <p:blipFill>
          <a:blip r:embed="rId3">
            <a:alphaModFix/>
          </a:blip>
          <a:stretch>
            <a:fillRect/>
          </a:stretch>
        </p:blipFill>
        <p:spPr>
          <a:xfrm>
            <a:off x="5606175" y="1444000"/>
            <a:ext cx="6585825" cy="3323799"/>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34"/>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T Sans"/>
              <a:buNone/>
            </a:pPr>
            <a:r>
              <a:rPr lang="en-US"/>
              <a:t>Detailed Design - Safety and Protections</a:t>
            </a:r>
            <a:endParaRPr/>
          </a:p>
        </p:txBody>
      </p:sp>
      <p:sp>
        <p:nvSpPr>
          <p:cNvPr id="241" name="Google Shape;241;p34"/>
          <p:cNvSpPr txBox="1"/>
          <p:nvPr>
            <p:ph idx="1" type="body"/>
          </p:nvPr>
        </p:nvSpPr>
        <p:spPr>
          <a:xfrm>
            <a:off x="838200" y="1453475"/>
            <a:ext cx="10515600" cy="4351200"/>
          </a:xfrm>
          <a:prstGeom prst="rect">
            <a:avLst/>
          </a:prstGeom>
          <a:noFill/>
          <a:ln>
            <a:noFill/>
          </a:ln>
        </p:spPr>
        <p:txBody>
          <a:bodyPr anchorCtr="0" anchor="t" bIns="45700" lIns="91425" spcFirstLastPara="1" rIns="91425" wrap="square" tIns="45700">
            <a:normAutofit/>
          </a:bodyPr>
          <a:lstStyle/>
          <a:p>
            <a:pPr indent="-342900" lvl="0" marL="457200" rtl="0" algn="l">
              <a:lnSpc>
                <a:spcPct val="135714"/>
              </a:lnSpc>
              <a:spcBef>
                <a:spcPts val="0"/>
              </a:spcBef>
              <a:spcAft>
                <a:spcPts val="0"/>
              </a:spcAft>
              <a:buSzPts val="1800"/>
              <a:buChar char="●"/>
            </a:pPr>
            <a:r>
              <a:rPr lang="en-US"/>
              <a:t>Hybrid Design between Software and Hardware Safety Interlocks</a:t>
            </a:r>
            <a:endParaRPr/>
          </a:p>
          <a:p>
            <a:pPr indent="-342900" lvl="1" marL="914400" rtl="0" algn="l">
              <a:lnSpc>
                <a:spcPct val="135714"/>
              </a:lnSpc>
              <a:spcBef>
                <a:spcPts val="0"/>
              </a:spcBef>
              <a:spcAft>
                <a:spcPts val="0"/>
              </a:spcAft>
              <a:buSzPts val="1800"/>
              <a:buChar char="○"/>
            </a:pPr>
            <a:r>
              <a:rPr lang="en-US"/>
              <a:t>Hardware</a:t>
            </a:r>
            <a:endParaRPr/>
          </a:p>
          <a:p>
            <a:pPr indent="-342900" lvl="2" marL="1371600" rtl="0" algn="l">
              <a:lnSpc>
                <a:spcPct val="135714"/>
              </a:lnSpc>
              <a:spcBef>
                <a:spcPts val="0"/>
              </a:spcBef>
              <a:spcAft>
                <a:spcPts val="0"/>
              </a:spcAft>
              <a:buSzPts val="1800"/>
              <a:buChar char="■"/>
            </a:pPr>
            <a:r>
              <a:rPr lang="en-US"/>
              <a:t>IGBT Desaturation Circuit</a:t>
            </a:r>
            <a:endParaRPr/>
          </a:p>
          <a:p>
            <a:pPr indent="-342900" lvl="2" marL="1371600" rtl="0" algn="l">
              <a:lnSpc>
                <a:spcPct val="135714"/>
              </a:lnSpc>
              <a:spcBef>
                <a:spcPts val="0"/>
              </a:spcBef>
              <a:spcAft>
                <a:spcPts val="0"/>
              </a:spcAft>
              <a:buSzPts val="1800"/>
              <a:buChar char="■"/>
            </a:pPr>
            <a:r>
              <a:rPr lang="en-US"/>
              <a:t>Fault Latching Circuit</a:t>
            </a:r>
            <a:endParaRPr/>
          </a:p>
          <a:p>
            <a:pPr indent="-342900" lvl="1" marL="914400" rtl="0" algn="l">
              <a:lnSpc>
                <a:spcPct val="135714"/>
              </a:lnSpc>
              <a:spcBef>
                <a:spcPts val="0"/>
              </a:spcBef>
              <a:spcAft>
                <a:spcPts val="0"/>
              </a:spcAft>
              <a:buSzPts val="1800"/>
              <a:buChar char="○"/>
            </a:pPr>
            <a:r>
              <a:rPr lang="en-US"/>
              <a:t>Software</a:t>
            </a:r>
            <a:endParaRPr/>
          </a:p>
          <a:p>
            <a:pPr indent="-342900" lvl="2" marL="1371600" rtl="0" algn="l">
              <a:lnSpc>
                <a:spcPct val="135714"/>
              </a:lnSpc>
              <a:spcBef>
                <a:spcPts val="0"/>
              </a:spcBef>
              <a:spcAft>
                <a:spcPts val="0"/>
              </a:spcAft>
              <a:buSzPts val="1800"/>
              <a:buChar char="■"/>
            </a:pPr>
            <a:r>
              <a:rPr lang="en-US"/>
              <a:t>Heatsink Temperature Monitoring</a:t>
            </a:r>
            <a:endParaRPr/>
          </a:p>
          <a:p>
            <a:pPr indent="-342900" lvl="2" marL="1371600" rtl="0" algn="l">
              <a:lnSpc>
                <a:spcPct val="135714"/>
              </a:lnSpc>
              <a:spcBef>
                <a:spcPts val="0"/>
              </a:spcBef>
              <a:spcAft>
                <a:spcPts val="0"/>
              </a:spcAft>
              <a:buSzPts val="1800"/>
              <a:buChar char="■"/>
            </a:pPr>
            <a:r>
              <a:rPr lang="en-US"/>
              <a:t>Flow Rate Monitoring</a:t>
            </a:r>
            <a:endParaRPr/>
          </a:p>
          <a:p>
            <a:pPr indent="-342900" lvl="2" marL="1371600" rtl="0" algn="l">
              <a:lnSpc>
                <a:spcPct val="135714"/>
              </a:lnSpc>
              <a:spcBef>
                <a:spcPts val="0"/>
              </a:spcBef>
              <a:spcAft>
                <a:spcPts val="0"/>
              </a:spcAft>
              <a:buSzPts val="1800"/>
              <a:buChar char="■"/>
            </a:pPr>
            <a:r>
              <a:rPr lang="en-US"/>
              <a:t>Input Current Monitoring</a:t>
            </a:r>
            <a:endParaRPr/>
          </a:p>
          <a:p>
            <a:pPr indent="-342900" lvl="0" marL="457200" rtl="0" algn="l">
              <a:lnSpc>
                <a:spcPct val="135714"/>
              </a:lnSpc>
              <a:spcBef>
                <a:spcPts val="0"/>
              </a:spcBef>
              <a:spcAft>
                <a:spcPts val="0"/>
              </a:spcAft>
              <a:buSzPts val="1800"/>
              <a:buChar char="●"/>
            </a:pPr>
            <a:r>
              <a:rPr lang="en-US"/>
              <a:t>Split Enclosure to isolate Control signals from Power Signals</a:t>
            </a:r>
            <a:endParaRPr/>
          </a:p>
        </p:txBody>
      </p:sp>
      <p:sp>
        <p:nvSpPr>
          <p:cNvPr id="242" name="Google Shape;242;p3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5"/>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Detailed Design - Safety and Protections</a:t>
            </a:r>
            <a:endParaRPr/>
          </a:p>
        </p:txBody>
      </p:sp>
      <p:sp>
        <p:nvSpPr>
          <p:cNvPr id="249" name="Google Shape;249;p35"/>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pic>
        <p:nvPicPr>
          <p:cNvPr id="250" name="Google Shape;250;p35"/>
          <p:cNvPicPr preferRelativeResize="0"/>
          <p:nvPr/>
        </p:nvPicPr>
        <p:blipFill>
          <a:blip r:embed="rId3">
            <a:alphaModFix/>
          </a:blip>
          <a:stretch>
            <a:fillRect/>
          </a:stretch>
        </p:blipFill>
        <p:spPr>
          <a:xfrm>
            <a:off x="1896210" y="1485038"/>
            <a:ext cx="8399585" cy="503237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36"/>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pic>
        <p:nvPicPr>
          <p:cNvPr id="257" name="Google Shape;257;p36"/>
          <p:cNvPicPr preferRelativeResize="0"/>
          <p:nvPr/>
        </p:nvPicPr>
        <p:blipFill rotWithShape="1">
          <a:blip r:embed="rId3">
            <a:alphaModFix/>
          </a:blip>
          <a:srcRect b="71162" l="0" r="65956" t="0"/>
          <a:stretch/>
        </p:blipFill>
        <p:spPr>
          <a:xfrm>
            <a:off x="384950" y="1207575"/>
            <a:ext cx="2597776" cy="4442850"/>
          </a:xfrm>
          <a:prstGeom prst="rect">
            <a:avLst/>
          </a:prstGeom>
          <a:noFill/>
          <a:ln>
            <a:noFill/>
          </a:ln>
        </p:spPr>
      </p:pic>
      <p:pic>
        <p:nvPicPr>
          <p:cNvPr id="258" name="Google Shape;258;p36"/>
          <p:cNvPicPr preferRelativeResize="0"/>
          <p:nvPr/>
        </p:nvPicPr>
        <p:blipFill rotWithShape="1">
          <a:blip r:embed="rId3">
            <a:alphaModFix/>
          </a:blip>
          <a:srcRect b="31528" l="0" r="0" t="28657"/>
          <a:stretch/>
        </p:blipFill>
        <p:spPr>
          <a:xfrm>
            <a:off x="3077275" y="1076438"/>
            <a:ext cx="6037451" cy="4853348"/>
          </a:xfrm>
          <a:prstGeom prst="rect">
            <a:avLst/>
          </a:prstGeom>
          <a:noFill/>
          <a:ln>
            <a:noFill/>
          </a:ln>
        </p:spPr>
      </p:pic>
      <p:pic>
        <p:nvPicPr>
          <p:cNvPr id="259" name="Google Shape;259;p36"/>
          <p:cNvPicPr preferRelativeResize="0"/>
          <p:nvPr/>
        </p:nvPicPr>
        <p:blipFill rotWithShape="1">
          <a:blip r:embed="rId3">
            <a:alphaModFix/>
          </a:blip>
          <a:srcRect b="0" l="0" r="67732" t="68036"/>
          <a:stretch/>
        </p:blipFill>
        <p:spPr>
          <a:xfrm>
            <a:off x="9534899" y="1141338"/>
            <a:ext cx="2287676" cy="4575326"/>
          </a:xfrm>
          <a:prstGeom prst="rect">
            <a:avLst/>
          </a:prstGeom>
          <a:noFill/>
          <a:ln>
            <a:noFill/>
          </a:ln>
        </p:spPr>
      </p:pic>
      <p:sp>
        <p:nvSpPr>
          <p:cNvPr id="260" name="Google Shape;260;p36"/>
          <p:cNvSpPr txBox="1"/>
          <p:nvPr>
            <p:ph type="title"/>
          </p:nvPr>
        </p:nvSpPr>
        <p:spPr>
          <a:xfrm>
            <a:off x="838200" y="0"/>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T Sans"/>
              <a:buNone/>
            </a:pPr>
            <a:r>
              <a:rPr lang="en-US"/>
              <a:t>Detailed Design - Heat Generation</a:t>
            </a:r>
            <a:endParaRPr/>
          </a:p>
        </p:txBody>
      </p:sp>
      <p:cxnSp>
        <p:nvCxnSpPr>
          <p:cNvPr id="261" name="Google Shape;261;p36"/>
          <p:cNvCxnSpPr/>
          <p:nvPr/>
        </p:nvCxnSpPr>
        <p:spPr>
          <a:xfrm>
            <a:off x="1428650" y="5664825"/>
            <a:ext cx="1582500" cy="15600"/>
          </a:xfrm>
          <a:prstGeom prst="straightConnector1">
            <a:avLst/>
          </a:prstGeom>
          <a:noFill/>
          <a:ln cap="flat" cmpd="sng" w="9525">
            <a:solidFill>
              <a:schemeClr val="dk2"/>
            </a:solidFill>
            <a:prstDash val="solid"/>
            <a:round/>
            <a:headEnd len="med" w="med" type="none"/>
            <a:tailEnd len="med" w="med" type="none"/>
          </a:ln>
        </p:spPr>
      </p:cxnSp>
      <p:cxnSp>
        <p:nvCxnSpPr>
          <p:cNvPr id="262" name="Google Shape;262;p36"/>
          <p:cNvCxnSpPr/>
          <p:nvPr/>
        </p:nvCxnSpPr>
        <p:spPr>
          <a:xfrm flipH="1">
            <a:off x="3011100" y="1060775"/>
            <a:ext cx="14400" cy="4605600"/>
          </a:xfrm>
          <a:prstGeom prst="straightConnector1">
            <a:avLst/>
          </a:prstGeom>
          <a:noFill/>
          <a:ln cap="flat" cmpd="sng" w="9525">
            <a:solidFill>
              <a:schemeClr val="dk2"/>
            </a:solidFill>
            <a:prstDash val="solid"/>
            <a:round/>
            <a:headEnd len="med" w="med" type="none"/>
            <a:tailEnd len="med" w="med" type="none"/>
          </a:ln>
        </p:spPr>
      </p:cxnSp>
      <p:cxnSp>
        <p:nvCxnSpPr>
          <p:cNvPr id="263" name="Google Shape;263;p36"/>
          <p:cNvCxnSpPr/>
          <p:nvPr/>
        </p:nvCxnSpPr>
        <p:spPr>
          <a:xfrm>
            <a:off x="3025500" y="1060775"/>
            <a:ext cx="884100" cy="14400"/>
          </a:xfrm>
          <a:prstGeom prst="straightConnector1">
            <a:avLst/>
          </a:prstGeom>
          <a:noFill/>
          <a:ln cap="flat" cmpd="sng" w="9525">
            <a:solidFill>
              <a:schemeClr val="dk2"/>
            </a:solidFill>
            <a:prstDash val="solid"/>
            <a:round/>
            <a:headEnd len="med" w="med" type="none"/>
            <a:tailEnd len="med" w="med" type="none"/>
          </a:ln>
        </p:spPr>
      </p:cxnSp>
      <p:cxnSp>
        <p:nvCxnSpPr>
          <p:cNvPr id="264" name="Google Shape;264;p36"/>
          <p:cNvCxnSpPr/>
          <p:nvPr/>
        </p:nvCxnSpPr>
        <p:spPr>
          <a:xfrm>
            <a:off x="9332013" y="1126213"/>
            <a:ext cx="38100" cy="4810800"/>
          </a:xfrm>
          <a:prstGeom prst="straightConnector1">
            <a:avLst/>
          </a:prstGeom>
          <a:noFill/>
          <a:ln cap="flat" cmpd="sng" w="9525">
            <a:solidFill>
              <a:schemeClr val="dk2"/>
            </a:solidFill>
            <a:prstDash val="solid"/>
            <a:round/>
            <a:headEnd len="med" w="med" type="none"/>
            <a:tailEnd len="med" w="med" type="none"/>
          </a:ln>
        </p:spPr>
      </p:cxnSp>
      <p:cxnSp>
        <p:nvCxnSpPr>
          <p:cNvPr id="265" name="Google Shape;265;p36"/>
          <p:cNvCxnSpPr/>
          <p:nvPr/>
        </p:nvCxnSpPr>
        <p:spPr>
          <a:xfrm flipH="1" rot="10800000">
            <a:off x="9313200" y="1146025"/>
            <a:ext cx="1211700" cy="300"/>
          </a:xfrm>
          <a:prstGeom prst="straightConnector1">
            <a:avLst/>
          </a:prstGeom>
          <a:noFill/>
          <a:ln cap="flat" cmpd="sng" w="9525">
            <a:solidFill>
              <a:schemeClr val="dk2"/>
            </a:solidFill>
            <a:prstDash val="solid"/>
            <a:round/>
            <a:headEnd len="med" w="med" type="none"/>
            <a:tailEnd len="med" w="med" type="none"/>
          </a:ln>
        </p:spPr>
      </p:cxnSp>
      <p:cxnSp>
        <p:nvCxnSpPr>
          <p:cNvPr id="266" name="Google Shape;266;p36"/>
          <p:cNvCxnSpPr/>
          <p:nvPr/>
        </p:nvCxnSpPr>
        <p:spPr>
          <a:xfrm>
            <a:off x="3923750" y="5922700"/>
            <a:ext cx="5460600" cy="285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37"/>
          <p:cNvSpPr txBox="1"/>
          <p:nvPr>
            <p:ph type="title"/>
          </p:nvPr>
        </p:nvSpPr>
        <p:spPr>
          <a:xfrm>
            <a:off x="838200" y="0"/>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T Sans"/>
              <a:buNone/>
            </a:pPr>
            <a:r>
              <a:rPr lang="en-US"/>
              <a:t>Detailed Design - Heat Generation</a:t>
            </a:r>
            <a:endParaRPr/>
          </a:p>
        </p:txBody>
      </p:sp>
      <p:sp>
        <p:nvSpPr>
          <p:cNvPr id="272" name="Google Shape;272;p37"/>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273" name="Google Shape;273;p37"/>
          <p:cNvPicPr preferRelativeResize="0"/>
          <p:nvPr/>
        </p:nvPicPr>
        <p:blipFill>
          <a:blip r:embed="rId3">
            <a:alphaModFix/>
          </a:blip>
          <a:stretch>
            <a:fillRect/>
          </a:stretch>
        </p:blipFill>
        <p:spPr>
          <a:xfrm>
            <a:off x="694200" y="1243027"/>
            <a:ext cx="7765759" cy="4999275"/>
          </a:xfrm>
          <a:prstGeom prst="rect">
            <a:avLst/>
          </a:prstGeom>
          <a:noFill/>
          <a:ln>
            <a:noFill/>
          </a:ln>
        </p:spPr>
      </p:pic>
      <p:pic>
        <p:nvPicPr>
          <p:cNvPr id="274" name="Google Shape;274;p37"/>
          <p:cNvPicPr preferRelativeResize="0"/>
          <p:nvPr/>
        </p:nvPicPr>
        <p:blipFill>
          <a:blip r:embed="rId4">
            <a:alphaModFix/>
          </a:blip>
          <a:stretch>
            <a:fillRect/>
          </a:stretch>
        </p:blipFill>
        <p:spPr>
          <a:xfrm>
            <a:off x="9859737" y="262851"/>
            <a:ext cx="1862789" cy="597945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38"/>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T Sans"/>
              <a:buNone/>
            </a:pPr>
            <a:r>
              <a:rPr lang="en-US"/>
              <a:t>Detailed Design - Embedded</a:t>
            </a:r>
            <a:endParaRPr/>
          </a:p>
        </p:txBody>
      </p:sp>
      <p:sp>
        <p:nvSpPr>
          <p:cNvPr id="280" name="Google Shape;280;p38"/>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281" name="Google Shape;281;p38" title="Embedded_System_Connection_Diagram.png"/>
          <p:cNvPicPr preferRelativeResize="0"/>
          <p:nvPr/>
        </p:nvPicPr>
        <p:blipFill>
          <a:blip r:embed="rId3">
            <a:alphaModFix/>
          </a:blip>
          <a:stretch>
            <a:fillRect/>
          </a:stretch>
        </p:blipFill>
        <p:spPr>
          <a:xfrm>
            <a:off x="793400" y="1569100"/>
            <a:ext cx="6424376" cy="4934352"/>
          </a:xfrm>
          <a:prstGeom prst="rect">
            <a:avLst/>
          </a:prstGeom>
          <a:noFill/>
          <a:ln>
            <a:noFill/>
          </a:ln>
        </p:spPr>
      </p:pic>
      <p:sp>
        <p:nvSpPr>
          <p:cNvPr id="282" name="Google Shape;282;p38"/>
          <p:cNvSpPr txBox="1"/>
          <p:nvPr/>
        </p:nvSpPr>
        <p:spPr>
          <a:xfrm>
            <a:off x="7634600" y="2113025"/>
            <a:ext cx="45726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2800">
              <a:solidFill>
                <a:schemeClr val="dk1"/>
              </a:solidFill>
              <a:latin typeface="PT Sans"/>
              <a:ea typeface="PT Sans"/>
              <a:cs typeface="PT Sans"/>
              <a:sym typeface="PT Sans"/>
            </a:endParaRPr>
          </a:p>
        </p:txBody>
      </p:sp>
      <p:sp>
        <p:nvSpPr>
          <p:cNvPr id="283" name="Google Shape;283;p38"/>
          <p:cNvSpPr txBox="1"/>
          <p:nvPr>
            <p:ph idx="1" type="body"/>
          </p:nvPr>
        </p:nvSpPr>
        <p:spPr>
          <a:xfrm>
            <a:off x="7634600" y="1825625"/>
            <a:ext cx="4063200" cy="4351200"/>
          </a:xfrm>
          <a:prstGeom prst="rect">
            <a:avLst/>
          </a:prstGeom>
          <a:noFill/>
          <a:ln>
            <a:noFill/>
          </a:ln>
        </p:spPr>
        <p:txBody>
          <a:bodyPr anchorCtr="0" anchor="t" bIns="45700" lIns="91425" spcFirstLastPara="1" rIns="91425" wrap="square" tIns="45700">
            <a:normAutofit/>
          </a:bodyPr>
          <a:lstStyle/>
          <a:p>
            <a:pPr indent="-228600" lvl="0" marL="228600" rtl="0" algn="l">
              <a:spcBef>
                <a:spcPts val="0"/>
              </a:spcBef>
              <a:spcAft>
                <a:spcPts val="0"/>
              </a:spcAft>
              <a:buSzPts val="2800"/>
              <a:buChar char="•"/>
            </a:pPr>
            <a:r>
              <a:rPr lang="en-US"/>
              <a:t>Connects all Subsystems</a:t>
            </a:r>
            <a:endParaRPr/>
          </a:p>
          <a:p>
            <a:pPr indent="-228600" lvl="0" marL="228600" rtl="0" algn="l">
              <a:spcBef>
                <a:spcPts val="0"/>
              </a:spcBef>
              <a:spcAft>
                <a:spcPts val="0"/>
              </a:spcAft>
              <a:buSzPts val="2800"/>
              <a:buChar char="•"/>
            </a:pPr>
            <a:r>
              <a:rPr lang="en-US"/>
              <a:t>Interfaces with S</a:t>
            </a:r>
            <a:r>
              <a:rPr lang="en-US"/>
              <a:t>ensors</a:t>
            </a:r>
            <a:endParaRPr/>
          </a:p>
          <a:p>
            <a:pPr indent="-228600" lvl="0" marL="228600" rtl="0" algn="l">
              <a:spcBef>
                <a:spcPts val="0"/>
              </a:spcBef>
              <a:spcAft>
                <a:spcPts val="0"/>
              </a:spcAft>
              <a:buSzPts val="2800"/>
              <a:buChar char="•"/>
            </a:pPr>
            <a:r>
              <a:rPr lang="en-US"/>
              <a:t>Interfaces with the User</a:t>
            </a:r>
            <a:endParaRPr/>
          </a:p>
          <a:p>
            <a:pPr indent="-228600" lvl="0" marL="228600" rtl="0" algn="l">
              <a:spcBef>
                <a:spcPts val="0"/>
              </a:spcBef>
              <a:spcAft>
                <a:spcPts val="0"/>
              </a:spcAft>
              <a:buSzPts val="2800"/>
              <a:buChar char="•"/>
            </a:pPr>
            <a:r>
              <a:rPr lang="en-US"/>
              <a:t>Runs the Logic for PID </a:t>
            </a:r>
            <a:r>
              <a:rPr lang="en-US"/>
              <a:t>Controller</a:t>
            </a:r>
            <a:endParaRPr/>
          </a:p>
          <a:p>
            <a:pPr indent="-228600" lvl="0" marL="228600" rtl="0" algn="l">
              <a:spcBef>
                <a:spcPts val="0"/>
              </a:spcBef>
              <a:spcAft>
                <a:spcPts val="0"/>
              </a:spcAft>
              <a:buSzPts val="2800"/>
              <a:buChar char="•"/>
            </a:pPr>
            <a:r>
              <a:rPr lang="en-US"/>
              <a:t>Displays Faults from Safety System</a:t>
            </a:r>
            <a:endParaRPr/>
          </a:p>
          <a:p>
            <a:pPr indent="-228600" lvl="0" marL="228600" rtl="0" algn="l">
              <a:spcBef>
                <a:spcPts val="0"/>
              </a:spcBef>
              <a:spcAft>
                <a:spcPts val="0"/>
              </a:spcAft>
              <a:buSzPts val="2800"/>
              <a:buChar char="•"/>
            </a:pPr>
            <a:r>
              <a:rPr lang="en-US"/>
              <a:t>Logs System Vials</a:t>
            </a:r>
            <a:endParaRPr/>
          </a:p>
          <a:p>
            <a:pPr indent="0" lvl="0" marL="0" rtl="0" algn="l">
              <a:lnSpc>
                <a:spcPct val="90000"/>
              </a:lnSpc>
              <a:spcBef>
                <a:spcPts val="0"/>
              </a:spcBef>
              <a:spcAft>
                <a:spcPts val="0"/>
              </a:spcAft>
              <a:buNone/>
            </a:pPr>
            <a:r>
              <a:t/>
            </a:r>
            <a:endParaRPr/>
          </a:p>
          <a:p>
            <a:pPr indent="0" lvl="0" marL="0" rtl="0" algn="l">
              <a:lnSpc>
                <a:spcPct val="90000"/>
              </a:lnSpc>
              <a:spcBef>
                <a:spcPts val="0"/>
              </a:spcBef>
              <a:spcAft>
                <a:spcPts val="0"/>
              </a:spcAft>
              <a:buNone/>
            </a:pPr>
            <a:r>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39"/>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T Sans"/>
              <a:buNone/>
            </a:pPr>
            <a:r>
              <a:rPr lang="en-US"/>
              <a:t>Detailed Design - Embedded</a:t>
            </a:r>
            <a:endParaRPr/>
          </a:p>
        </p:txBody>
      </p:sp>
      <p:sp>
        <p:nvSpPr>
          <p:cNvPr id="289" name="Google Shape;289;p39"/>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290" name="Google Shape;290;p39" title="LCD abstracted logic.drawio (2).png"/>
          <p:cNvPicPr preferRelativeResize="0"/>
          <p:nvPr/>
        </p:nvPicPr>
        <p:blipFill>
          <a:blip r:embed="rId3">
            <a:alphaModFix/>
          </a:blip>
          <a:stretch>
            <a:fillRect/>
          </a:stretch>
        </p:blipFill>
        <p:spPr>
          <a:xfrm>
            <a:off x="356475" y="1449100"/>
            <a:ext cx="10151250" cy="5065126"/>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40"/>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T Sans"/>
              <a:buNone/>
            </a:pPr>
            <a:r>
              <a:rPr lang="en-US"/>
              <a:t>Detailed Design - PCB</a:t>
            </a:r>
            <a:endParaRPr/>
          </a:p>
        </p:txBody>
      </p:sp>
      <p:sp>
        <p:nvSpPr>
          <p:cNvPr id="296" name="Google Shape;296;p40"/>
          <p:cNvSpPr txBox="1"/>
          <p:nvPr>
            <p:ph idx="1" type="body"/>
          </p:nvPr>
        </p:nvSpPr>
        <p:spPr>
          <a:xfrm>
            <a:off x="5495475" y="1825625"/>
            <a:ext cx="5858400" cy="4351200"/>
          </a:xfrm>
          <a:prstGeom prst="rect">
            <a:avLst/>
          </a:prstGeom>
          <a:noFill/>
          <a:ln>
            <a:noFill/>
          </a:ln>
        </p:spPr>
        <p:txBody>
          <a:bodyPr anchorCtr="0" anchor="t" bIns="45700" lIns="91425" spcFirstLastPara="1" rIns="91425" wrap="square" tIns="45700">
            <a:normAutofit/>
          </a:bodyPr>
          <a:lstStyle/>
          <a:p>
            <a:pPr indent="-292100" lvl="0" marL="228600" rtl="0" algn="l">
              <a:spcBef>
                <a:spcPts val="0"/>
              </a:spcBef>
              <a:spcAft>
                <a:spcPts val="0"/>
              </a:spcAft>
              <a:buSzPts val="2800"/>
              <a:buChar char="•"/>
            </a:pPr>
            <a:r>
              <a:rPr lang="en-US"/>
              <a:t>Supports All Subsystems</a:t>
            </a:r>
            <a:endParaRPr/>
          </a:p>
          <a:p>
            <a:pPr indent="-292100" lvl="0" marL="228600" rtl="0" algn="l">
              <a:spcBef>
                <a:spcPts val="0"/>
              </a:spcBef>
              <a:spcAft>
                <a:spcPts val="0"/>
              </a:spcAft>
              <a:buSzPts val="2800"/>
              <a:buChar char="•"/>
            </a:pPr>
            <a:r>
              <a:rPr lang="en-US"/>
              <a:t>Routes Sensor Feedback Signals</a:t>
            </a:r>
            <a:endParaRPr/>
          </a:p>
          <a:p>
            <a:pPr indent="-292100" lvl="0" marL="228600" rtl="0" algn="l">
              <a:spcBef>
                <a:spcPts val="0"/>
              </a:spcBef>
              <a:spcAft>
                <a:spcPts val="0"/>
              </a:spcAft>
              <a:buSzPts val="2800"/>
              <a:buChar char="•"/>
            </a:pPr>
            <a:r>
              <a:rPr lang="en-US"/>
              <a:t>Interfaces with User I/O Hardware</a:t>
            </a:r>
            <a:endParaRPr/>
          </a:p>
          <a:p>
            <a:pPr indent="-292100" lvl="0" marL="228600" rtl="0" algn="l">
              <a:spcBef>
                <a:spcPts val="0"/>
              </a:spcBef>
              <a:spcAft>
                <a:spcPts val="0"/>
              </a:spcAft>
              <a:buSzPts val="2800"/>
              <a:buChar char="•"/>
            </a:pPr>
            <a:r>
              <a:rPr lang="en-US"/>
              <a:t>Provides Power and Isolation Between Domains</a:t>
            </a:r>
            <a:endParaRPr/>
          </a:p>
          <a:p>
            <a:pPr indent="-292100" lvl="0" marL="228600" rtl="0" algn="l">
              <a:spcBef>
                <a:spcPts val="0"/>
              </a:spcBef>
              <a:spcAft>
                <a:spcPts val="0"/>
              </a:spcAft>
              <a:buSzPts val="2800"/>
              <a:buChar char="•"/>
            </a:pPr>
            <a:r>
              <a:rPr lang="en-US"/>
              <a:t>Carries Fault and Protection Signals</a:t>
            </a:r>
            <a:endParaRPr/>
          </a:p>
          <a:p>
            <a:pPr indent="-292100" lvl="0" marL="228600" rtl="0" algn="l">
              <a:spcBef>
                <a:spcPts val="0"/>
              </a:spcBef>
              <a:spcAft>
                <a:spcPts val="0"/>
              </a:spcAft>
              <a:buSzPts val="2800"/>
              <a:buChar char="•"/>
            </a:pPr>
            <a:r>
              <a:rPr lang="en-US"/>
              <a:t>Organizes and Distributes System Level Connections</a:t>
            </a:r>
            <a:endParaRPr/>
          </a:p>
        </p:txBody>
      </p:sp>
      <p:sp>
        <p:nvSpPr>
          <p:cNvPr id="297" name="Google Shape;297;p4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298" name="Google Shape;298;p40" title="terminal_IO_schematic.jpg"/>
          <p:cNvPicPr preferRelativeResize="0"/>
          <p:nvPr/>
        </p:nvPicPr>
        <p:blipFill>
          <a:blip r:embed="rId3">
            <a:alphaModFix/>
          </a:blip>
          <a:stretch>
            <a:fillRect/>
          </a:stretch>
        </p:blipFill>
        <p:spPr>
          <a:xfrm rot="-5400000">
            <a:off x="-106524" y="2812400"/>
            <a:ext cx="5182549" cy="237765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T Sans"/>
              <a:buNone/>
            </a:pPr>
            <a:r>
              <a:rPr lang="en-US"/>
              <a:t>Statement of Contributions</a:t>
            </a:r>
            <a:endParaRPr/>
          </a:p>
        </p:txBody>
      </p:sp>
      <p:sp>
        <p:nvSpPr>
          <p:cNvPr id="304" name="Google Shape;304;p4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406400" lvl="0" marL="457200" rtl="0" algn="l">
              <a:spcBef>
                <a:spcPts val="0"/>
              </a:spcBef>
              <a:spcAft>
                <a:spcPts val="0"/>
              </a:spcAft>
              <a:buSzPts val="2800"/>
              <a:buChar char="•"/>
            </a:pPr>
            <a:r>
              <a:rPr lang="en-US"/>
              <a:t>Aaron Neuharth - Detailed Design Safety, Conceptual Design</a:t>
            </a:r>
            <a:endParaRPr/>
          </a:p>
          <a:p>
            <a:pPr indent="0" lvl="0" marL="0" rtl="0" algn="l">
              <a:spcBef>
                <a:spcPts val="0"/>
              </a:spcBef>
              <a:spcAft>
                <a:spcPts val="0"/>
              </a:spcAft>
              <a:buNone/>
            </a:pPr>
            <a:r>
              <a:t/>
            </a:r>
            <a:endParaRPr/>
          </a:p>
          <a:p>
            <a:pPr indent="-406400" lvl="0" marL="457200" rtl="0" algn="l">
              <a:spcBef>
                <a:spcPts val="0"/>
              </a:spcBef>
              <a:spcAft>
                <a:spcPts val="0"/>
              </a:spcAft>
              <a:buSzPts val="2800"/>
              <a:buChar char="•"/>
            </a:pPr>
            <a:r>
              <a:rPr lang="en-US"/>
              <a:t>John Donnell - Detailed Design PCB, Hardware Block Diagram</a:t>
            </a:r>
            <a:endParaRPr/>
          </a:p>
          <a:p>
            <a:pPr indent="0" lvl="0" marL="0" rtl="0" algn="l">
              <a:spcBef>
                <a:spcPts val="0"/>
              </a:spcBef>
              <a:spcAft>
                <a:spcPts val="0"/>
              </a:spcAft>
              <a:buNone/>
            </a:pPr>
            <a:r>
              <a:t/>
            </a:r>
            <a:endParaRPr/>
          </a:p>
          <a:p>
            <a:pPr indent="-406400" lvl="0" marL="457200" rtl="0" algn="l">
              <a:spcBef>
                <a:spcPts val="0"/>
              </a:spcBef>
              <a:spcAft>
                <a:spcPts val="0"/>
              </a:spcAft>
              <a:buSzPts val="2800"/>
              <a:buChar char="•"/>
            </a:pPr>
            <a:r>
              <a:rPr lang="en-US"/>
              <a:t>Austin DuCrest - Detailed Design Power, Constraints</a:t>
            </a:r>
            <a:endParaRPr baseline="30000"/>
          </a:p>
          <a:p>
            <a:pPr indent="0" lvl="0" marL="0" rtl="0" algn="l">
              <a:spcBef>
                <a:spcPts val="0"/>
              </a:spcBef>
              <a:spcAft>
                <a:spcPts val="0"/>
              </a:spcAft>
              <a:buNone/>
            </a:pPr>
            <a:r>
              <a:t/>
            </a:r>
            <a:endParaRPr/>
          </a:p>
          <a:p>
            <a:pPr indent="-406400" lvl="0" marL="457200" rtl="0" algn="l">
              <a:spcBef>
                <a:spcPts val="0"/>
              </a:spcBef>
              <a:spcAft>
                <a:spcPts val="0"/>
              </a:spcAft>
              <a:buSzPts val="2800"/>
              <a:buChar char="•"/>
            </a:pPr>
            <a:r>
              <a:rPr lang="en-US"/>
              <a:t>Dow Cox - Detailed Design Embedded, Component Temp Constraint</a:t>
            </a:r>
            <a:endParaRPr/>
          </a:p>
          <a:p>
            <a:pPr indent="0" lvl="0" marL="0" rtl="0" algn="l">
              <a:spcBef>
                <a:spcPts val="0"/>
              </a:spcBef>
              <a:spcAft>
                <a:spcPts val="0"/>
              </a:spcAft>
              <a:buNone/>
            </a:pPr>
            <a:r>
              <a:t/>
            </a:r>
            <a:endParaRPr/>
          </a:p>
          <a:p>
            <a:pPr indent="-406400" lvl="0" marL="457200" rtl="0" algn="l">
              <a:spcBef>
                <a:spcPts val="0"/>
              </a:spcBef>
              <a:spcAft>
                <a:spcPts val="0"/>
              </a:spcAft>
              <a:buSzPts val="2800"/>
              <a:buChar char="•"/>
            </a:pPr>
            <a:r>
              <a:rPr lang="en-US"/>
              <a:t>Cole Wilson - Detailed Design Heat Controls, Background, Specs</a:t>
            </a:r>
            <a:endParaRPr/>
          </a:p>
        </p:txBody>
      </p:sp>
      <p:sp>
        <p:nvSpPr>
          <p:cNvPr id="305" name="Google Shape;305;p4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